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12192000" cy="6858000"/>
  <p:embeddedFontLst>
    <p:embeddedFont>
      <p:font typeface="Roboto"/>
      <p:regular r:id="rId24"/>
      <p:bold r:id="rId25"/>
      <p:italic r:id="rId26"/>
      <p:boldItalic r:id="rId27"/>
    </p:embeddedFont>
    <p:embeddedFont>
      <p:font typeface="Arial Narrow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DftICT4tpWzH7fhGMTgflb+pR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ArialNarrow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alNarr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alNarrow-boldItalic.fntdata"/><Relationship Id="rId30" Type="http://schemas.openxmlformats.org/officeDocument/2006/relationships/font" Target="fonts/ArialNarrow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7" y="5"/>
            <a:ext cx="2944283" cy="495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8650" y="5"/>
            <a:ext cx="2944283" cy="495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5250" y="742950"/>
            <a:ext cx="6604000" cy="3714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05355"/>
            <a:ext cx="5435600" cy="4457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7" y="9408986"/>
            <a:ext cx="2944283" cy="4953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25" lIns="91250" spcFirstLastPara="1" rIns="91250" wrap="square" tIns="456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8650" y="9408986"/>
            <a:ext cx="2944283" cy="4953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73ffa0c65_0_85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f73ffa0c65_0_85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73ffa0c65_0_85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0bedc70bcb8d47_4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70bedc70bcb8d47_4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70bedc70bcb8d47_4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761e156dd_0_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f761e156dd_0_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761e156dd_0_0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70bedc70bcb8d47_13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70bedc70bcb8d47_13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70bedc70bcb8d47_13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761e156dd_0_1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761e156dd_0_1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f761e156dd_0_10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70bedc70bcb8d47_31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70bedc70bcb8d47_31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70bedc70bcb8d47_31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761e156dd_0_19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f761e156dd_0_19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f761e156dd_0_19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70bedc70bcb8d47_22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70bedc70bcb8d47_22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70bedc70bcb8d47_22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761e156dd_0_27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f761e156dd_0_27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f761e156dd_0_27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f764502030_1_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f764502030_1_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f764502030_1_0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3e9b54e2d_0_26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f3e9b54e2d_0_26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3e9b54e2d_0_26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70bedc70bcb8d47_44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70bedc70bcb8d47_44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70bedc70bcb8d47_44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70bedc70bcb8d47_53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70bedc70bcb8d47_53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70bedc70bcb8d47_53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3ea1c8ab7_6_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f3ea1c8ab7_6_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3ea1c8ab7_6_0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3ea1c8ab7_6_8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f3ea1c8ab7_6_8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f3ea1c8ab7_6_8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70bedc70bcb8d47_61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70bedc70bcb8d47_61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70bedc70bcb8d47_61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f3ea1c8ab7_8_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f3ea1c8ab7_8_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f3ea1c8ab7_8_0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70bedc70bcb8d47_4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370bedc70bcb8d47_4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Из финальной презентации удалите со слайдов все комментарии: Надписи белым шрифтом в оранжевых областях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Обязательно ознакомьтесь с материалами по ссылкам со слайда «Полезные ссылки» в разделе Приложения.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 подготовке презентации необходимо оформить доступы к системам КСУ НСИ (ЕСИС) и КИС УКИТА (ARIS), ЕСАИН. Инструкции по ссылкам со слайда «Полезные ссылки» в разделе Приложения.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Учитывайте рекомендации по заполнению и оформлению слайдов, приведенные в заметках к слайду </a:t>
            </a:r>
            <a:r>
              <a:rPr i="1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(меню «Вид-&gt;Показать-&gt;Заметки»),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Проверьте, что слайд соответствует требованиям, определенным в файле «CheckList_ТС_Проект_Шаблон» последней версии</a:t>
            </a:r>
            <a:endParaRPr i="0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Указывайте какая архитектура согласовывается: Целевая или Транзитная. Например: «Целевая архитектура решения»</a:t>
            </a:r>
            <a:endParaRPr i="0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Дата соответствует созданию последней версии презентации, указанной на титульном листе.</a:t>
            </a:r>
            <a:endParaRPr i="0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Удалите все вспомогательные слайды Приложений шаблона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кластерами (основной вариант)">
  <p:cSld name="Титульный с кластерами (основной вариант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/>
          <p:nvPr/>
        </p:nvSpPr>
        <p:spPr>
          <a:xfrm>
            <a:off x="10425325" y="6213849"/>
            <a:ext cx="1525941" cy="4082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1" y="762"/>
            <a:ext cx="11396813" cy="641329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6"/>
          <p:cNvSpPr txBox="1"/>
          <p:nvPr>
            <p:ph type="ctrTitle"/>
          </p:nvPr>
        </p:nvSpPr>
        <p:spPr>
          <a:xfrm>
            <a:off x="5086561" y="3469021"/>
            <a:ext cx="6335712" cy="87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360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6"/>
          <p:cNvSpPr txBox="1"/>
          <p:nvPr>
            <p:ph idx="1" type="subTitle"/>
          </p:nvPr>
        </p:nvSpPr>
        <p:spPr>
          <a:xfrm>
            <a:off x="256510" y="6213849"/>
            <a:ext cx="345956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6"/>
          <p:cNvSpPr txBox="1"/>
          <p:nvPr>
            <p:ph idx="2" type="body"/>
          </p:nvPr>
        </p:nvSpPr>
        <p:spPr>
          <a:xfrm>
            <a:off x="286656" y="5760621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6"/>
          <p:cNvSpPr txBox="1"/>
          <p:nvPr>
            <p:ph idx="3" type="body"/>
          </p:nvPr>
        </p:nvSpPr>
        <p:spPr>
          <a:xfrm>
            <a:off x="286656" y="5590538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4" type="body"/>
          </p:nvPr>
        </p:nvSpPr>
        <p:spPr>
          <a:xfrm>
            <a:off x="286656" y="5201002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6"/>
          <p:cNvSpPr txBox="1"/>
          <p:nvPr>
            <p:ph idx="5" type="body"/>
          </p:nvPr>
        </p:nvSpPr>
        <p:spPr>
          <a:xfrm>
            <a:off x="256114" y="6380539"/>
            <a:ext cx="3459956" cy="1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6" type="body"/>
          </p:nvPr>
        </p:nvSpPr>
        <p:spPr>
          <a:xfrm>
            <a:off x="5101805" y="5174964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6"/>
          <p:cNvSpPr txBox="1"/>
          <p:nvPr>
            <p:ph idx="7" type="body"/>
          </p:nvPr>
        </p:nvSpPr>
        <p:spPr>
          <a:xfrm>
            <a:off x="5101805" y="6360442"/>
            <a:ext cx="2718197" cy="107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8" type="body"/>
          </p:nvPr>
        </p:nvSpPr>
        <p:spPr>
          <a:xfrm>
            <a:off x="5101805" y="5329451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6"/>
          <p:cNvSpPr txBox="1"/>
          <p:nvPr>
            <p:ph idx="9" type="body"/>
          </p:nvPr>
        </p:nvSpPr>
        <p:spPr>
          <a:xfrm>
            <a:off x="5101805" y="5487988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6"/>
          <p:cNvSpPr/>
          <p:nvPr/>
        </p:nvSpPr>
        <p:spPr>
          <a:xfrm>
            <a:off x="10199819" y="5722601"/>
            <a:ext cx="1893991" cy="103854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 Заголовок 1 строка">
  <p:cSld name="Пустой слайд Заголовок 1 строка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724421" y="6307809"/>
            <a:ext cx="32220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27" name="Google Shape;27;p17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" name="Google Shape;28;p17"/>
          <p:cNvSpPr txBox="1"/>
          <p:nvPr>
            <p:ph idx="1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7"/>
          <p:cNvSpPr txBox="1"/>
          <p:nvPr>
            <p:ph idx="2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showMasterSp="0">
  <p:cSld name="Пустой слайд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2 модуля">
  <p:cSld name="1_2 модуля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241420" y="284532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2" type="body"/>
          </p:nvPr>
        </p:nvSpPr>
        <p:spPr>
          <a:xfrm>
            <a:off x="9083675" y="277311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фото">
  <p:cSld name="Титульный с фото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0"/>
          <p:cNvPicPr preferRelativeResize="0"/>
          <p:nvPr/>
        </p:nvPicPr>
        <p:blipFill rotWithShape="1">
          <a:blip r:embed="rId2">
            <a:alphaModFix/>
          </a:blip>
          <a:srcRect b="0" l="0" r="0" t="-1"/>
          <a:stretch/>
        </p:blipFill>
        <p:spPr>
          <a:xfrm>
            <a:off x="-6368" y="761"/>
            <a:ext cx="9939600" cy="485726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0"/>
          <p:cNvSpPr txBox="1"/>
          <p:nvPr>
            <p:ph type="ctrTitle"/>
          </p:nvPr>
        </p:nvSpPr>
        <p:spPr>
          <a:xfrm>
            <a:off x="5086561" y="3469021"/>
            <a:ext cx="6335712" cy="87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360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256510" y="6213849"/>
            <a:ext cx="345956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286656" y="5760621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286656" y="5590538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286656" y="5201002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20"/>
          <p:cNvSpPr txBox="1"/>
          <p:nvPr>
            <p:ph idx="5" type="body"/>
          </p:nvPr>
        </p:nvSpPr>
        <p:spPr>
          <a:xfrm>
            <a:off x="256114" y="6380539"/>
            <a:ext cx="3459956" cy="1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0"/>
          <p:cNvSpPr txBox="1"/>
          <p:nvPr>
            <p:ph idx="6" type="body"/>
          </p:nvPr>
        </p:nvSpPr>
        <p:spPr>
          <a:xfrm>
            <a:off x="5101805" y="5174964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20"/>
          <p:cNvSpPr txBox="1"/>
          <p:nvPr>
            <p:ph idx="7" type="body"/>
          </p:nvPr>
        </p:nvSpPr>
        <p:spPr>
          <a:xfrm>
            <a:off x="5101805" y="6360442"/>
            <a:ext cx="2718197" cy="107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20"/>
          <p:cNvSpPr txBox="1"/>
          <p:nvPr>
            <p:ph idx="8" type="body"/>
          </p:nvPr>
        </p:nvSpPr>
        <p:spPr>
          <a:xfrm>
            <a:off x="5101805" y="5329451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20"/>
          <p:cNvSpPr txBox="1"/>
          <p:nvPr>
            <p:ph idx="9" type="body"/>
          </p:nvPr>
        </p:nvSpPr>
        <p:spPr>
          <a:xfrm>
            <a:off x="5101805" y="5487988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7" name="Google Shape;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9819" y="5722601"/>
            <a:ext cx="1893991" cy="1038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устой слайд" showMasterSp="0">
  <p:cSld name="1_Пустой слайд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724421" y="6307809"/>
            <a:ext cx="32220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" name="Google Shape;50;p21"/>
          <p:cNvSpPr txBox="1"/>
          <p:nvPr>
            <p:ph type="title"/>
          </p:nvPr>
        </p:nvSpPr>
        <p:spPr>
          <a:xfrm>
            <a:off x="241420" y="286257"/>
            <a:ext cx="11615618" cy="694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визой руководителя и графикой">
  <p:cSld name="Титульный с визой руководителя и графикой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/>
          <p:nvPr/>
        </p:nvSpPr>
        <p:spPr>
          <a:xfrm>
            <a:off x="10425325" y="6213849"/>
            <a:ext cx="1525941" cy="4082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1" y="762"/>
            <a:ext cx="11396813" cy="641329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2"/>
          <p:cNvSpPr txBox="1"/>
          <p:nvPr>
            <p:ph type="ctrTitle"/>
          </p:nvPr>
        </p:nvSpPr>
        <p:spPr>
          <a:xfrm>
            <a:off x="5086561" y="3469021"/>
            <a:ext cx="6335712" cy="87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360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22"/>
          <p:cNvSpPr txBox="1"/>
          <p:nvPr>
            <p:ph idx="1" type="subTitle"/>
          </p:nvPr>
        </p:nvSpPr>
        <p:spPr>
          <a:xfrm>
            <a:off x="256510" y="6213849"/>
            <a:ext cx="345956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22"/>
          <p:cNvSpPr txBox="1"/>
          <p:nvPr>
            <p:ph idx="2" type="body"/>
          </p:nvPr>
        </p:nvSpPr>
        <p:spPr>
          <a:xfrm>
            <a:off x="286656" y="5760621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22"/>
          <p:cNvSpPr txBox="1"/>
          <p:nvPr>
            <p:ph idx="3" type="body"/>
          </p:nvPr>
        </p:nvSpPr>
        <p:spPr>
          <a:xfrm>
            <a:off x="286656" y="5590538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22"/>
          <p:cNvSpPr txBox="1"/>
          <p:nvPr>
            <p:ph idx="4" type="body"/>
          </p:nvPr>
        </p:nvSpPr>
        <p:spPr>
          <a:xfrm>
            <a:off x="286656" y="5201002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2"/>
          <p:cNvSpPr txBox="1"/>
          <p:nvPr>
            <p:ph idx="5" type="body"/>
          </p:nvPr>
        </p:nvSpPr>
        <p:spPr>
          <a:xfrm>
            <a:off x="256114" y="6380539"/>
            <a:ext cx="3459956" cy="1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0" name="Google Shape;60;p22"/>
          <p:cNvCxnSpPr/>
          <p:nvPr/>
        </p:nvCxnSpPr>
        <p:spPr>
          <a:xfrm>
            <a:off x="5101805" y="6324637"/>
            <a:ext cx="1785938" cy="0"/>
          </a:xfrm>
          <a:prstGeom prst="straightConnector1">
            <a:avLst/>
          </a:prstGeom>
          <a:noFill/>
          <a:ln cap="flat" cmpd="sng" w="12700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22"/>
          <p:cNvSpPr txBox="1"/>
          <p:nvPr>
            <p:ph idx="6" type="body"/>
          </p:nvPr>
        </p:nvSpPr>
        <p:spPr>
          <a:xfrm>
            <a:off x="5101805" y="5174964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22"/>
          <p:cNvSpPr txBox="1"/>
          <p:nvPr>
            <p:ph idx="7" type="body"/>
          </p:nvPr>
        </p:nvSpPr>
        <p:spPr>
          <a:xfrm>
            <a:off x="5101805" y="6360442"/>
            <a:ext cx="2718197" cy="107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2"/>
          <p:cNvSpPr txBox="1"/>
          <p:nvPr>
            <p:ph idx="8" type="body"/>
          </p:nvPr>
        </p:nvSpPr>
        <p:spPr>
          <a:xfrm>
            <a:off x="5101805" y="5329451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2"/>
          <p:cNvSpPr txBox="1"/>
          <p:nvPr>
            <p:ph idx="9" type="body"/>
          </p:nvPr>
        </p:nvSpPr>
        <p:spPr>
          <a:xfrm>
            <a:off x="5101805" y="5487988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2"/>
          <p:cNvSpPr/>
          <p:nvPr/>
        </p:nvSpPr>
        <p:spPr>
          <a:xfrm>
            <a:off x="10199819" y="5722601"/>
            <a:ext cx="1893991" cy="103854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кластерами">
  <p:cSld name="Титульный с кластерами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/>
          <p:nvPr/>
        </p:nvSpPr>
        <p:spPr>
          <a:xfrm>
            <a:off x="10425325" y="6213849"/>
            <a:ext cx="1525941" cy="4082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23"/>
          <p:cNvPicPr preferRelativeResize="0"/>
          <p:nvPr/>
        </p:nvPicPr>
        <p:blipFill rotWithShape="1">
          <a:blip r:embed="rId2">
            <a:alphaModFix/>
          </a:blip>
          <a:srcRect b="0" l="0" r="0" t="-1"/>
          <a:stretch/>
        </p:blipFill>
        <p:spPr>
          <a:xfrm>
            <a:off x="3201" y="762"/>
            <a:ext cx="9931374" cy="485324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3"/>
          <p:cNvSpPr txBox="1"/>
          <p:nvPr>
            <p:ph type="ctrTitle"/>
          </p:nvPr>
        </p:nvSpPr>
        <p:spPr>
          <a:xfrm>
            <a:off x="5086561" y="3469021"/>
            <a:ext cx="6335712" cy="87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360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23"/>
          <p:cNvSpPr txBox="1"/>
          <p:nvPr>
            <p:ph idx="1" type="subTitle"/>
          </p:nvPr>
        </p:nvSpPr>
        <p:spPr>
          <a:xfrm>
            <a:off x="256510" y="6213849"/>
            <a:ext cx="345956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23"/>
          <p:cNvSpPr txBox="1"/>
          <p:nvPr>
            <p:ph idx="2" type="body"/>
          </p:nvPr>
        </p:nvSpPr>
        <p:spPr>
          <a:xfrm>
            <a:off x="286656" y="5760621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3"/>
          <p:cNvSpPr txBox="1"/>
          <p:nvPr>
            <p:ph idx="3" type="body"/>
          </p:nvPr>
        </p:nvSpPr>
        <p:spPr>
          <a:xfrm>
            <a:off x="286656" y="5590538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23"/>
          <p:cNvSpPr txBox="1"/>
          <p:nvPr>
            <p:ph idx="4" type="body"/>
          </p:nvPr>
        </p:nvSpPr>
        <p:spPr>
          <a:xfrm>
            <a:off x="286656" y="5201002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23"/>
          <p:cNvSpPr txBox="1"/>
          <p:nvPr>
            <p:ph idx="5" type="body"/>
          </p:nvPr>
        </p:nvSpPr>
        <p:spPr>
          <a:xfrm>
            <a:off x="256114" y="6380539"/>
            <a:ext cx="3459956" cy="1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23"/>
          <p:cNvSpPr/>
          <p:nvPr/>
        </p:nvSpPr>
        <p:spPr>
          <a:xfrm>
            <a:off x="10199819" y="5722601"/>
            <a:ext cx="1893991" cy="103854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кластерами и визой руководителя">
  <p:cSld name="Титульный с кластерами и визой руководителя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/>
          <p:nvPr/>
        </p:nvSpPr>
        <p:spPr>
          <a:xfrm>
            <a:off x="10425325" y="6213849"/>
            <a:ext cx="1525941" cy="4082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24"/>
          <p:cNvPicPr preferRelativeResize="0"/>
          <p:nvPr/>
        </p:nvPicPr>
        <p:blipFill rotWithShape="1">
          <a:blip r:embed="rId2">
            <a:alphaModFix/>
          </a:blip>
          <a:srcRect b="0" l="0" r="0" t="-1"/>
          <a:stretch/>
        </p:blipFill>
        <p:spPr>
          <a:xfrm>
            <a:off x="-6368" y="761"/>
            <a:ext cx="9939600" cy="485726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4"/>
          <p:cNvSpPr txBox="1"/>
          <p:nvPr>
            <p:ph type="ctrTitle"/>
          </p:nvPr>
        </p:nvSpPr>
        <p:spPr>
          <a:xfrm>
            <a:off x="5086561" y="3469021"/>
            <a:ext cx="6335712" cy="87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360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24"/>
          <p:cNvSpPr txBox="1"/>
          <p:nvPr>
            <p:ph idx="1" type="subTitle"/>
          </p:nvPr>
        </p:nvSpPr>
        <p:spPr>
          <a:xfrm>
            <a:off x="256510" y="6213849"/>
            <a:ext cx="345956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24"/>
          <p:cNvSpPr txBox="1"/>
          <p:nvPr>
            <p:ph idx="2" type="body"/>
          </p:nvPr>
        </p:nvSpPr>
        <p:spPr>
          <a:xfrm>
            <a:off x="286656" y="5760621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24"/>
          <p:cNvSpPr txBox="1"/>
          <p:nvPr>
            <p:ph idx="3" type="body"/>
          </p:nvPr>
        </p:nvSpPr>
        <p:spPr>
          <a:xfrm>
            <a:off x="286656" y="5590538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24"/>
          <p:cNvSpPr txBox="1"/>
          <p:nvPr>
            <p:ph idx="4" type="body"/>
          </p:nvPr>
        </p:nvSpPr>
        <p:spPr>
          <a:xfrm>
            <a:off x="286656" y="5201002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4"/>
          <p:cNvSpPr txBox="1"/>
          <p:nvPr>
            <p:ph idx="5" type="body"/>
          </p:nvPr>
        </p:nvSpPr>
        <p:spPr>
          <a:xfrm>
            <a:off x="256114" y="6380539"/>
            <a:ext cx="3459956" cy="1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5" name="Google Shape;85;p24"/>
          <p:cNvCxnSpPr/>
          <p:nvPr/>
        </p:nvCxnSpPr>
        <p:spPr>
          <a:xfrm>
            <a:off x="5101805" y="6324637"/>
            <a:ext cx="1785938" cy="0"/>
          </a:xfrm>
          <a:prstGeom prst="straightConnector1">
            <a:avLst/>
          </a:prstGeom>
          <a:noFill/>
          <a:ln cap="flat" cmpd="sng" w="12700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24"/>
          <p:cNvSpPr txBox="1"/>
          <p:nvPr>
            <p:ph idx="6" type="body"/>
          </p:nvPr>
        </p:nvSpPr>
        <p:spPr>
          <a:xfrm>
            <a:off x="5101805" y="5174964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24"/>
          <p:cNvSpPr txBox="1"/>
          <p:nvPr>
            <p:ph idx="7" type="body"/>
          </p:nvPr>
        </p:nvSpPr>
        <p:spPr>
          <a:xfrm>
            <a:off x="5101805" y="6360442"/>
            <a:ext cx="2718197" cy="107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24"/>
          <p:cNvSpPr txBox="1"/>
          <p:nvPr>
            <p:ph idx="8" type="body"/>
          </p:nvPr>
        </p:nvSpPr>
        <p:spPr>
          <a:xfrm>
            <a:off x="5101805" y="5329451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24"/>
          <p:cNvSpPr txBox="1"/>
          <p:nvPr>
            <p:ph idx="9" type="body"/>
          </p:nvPr>
        </p:nvSpPr>
        <p:spPr>
          <a:xfrm>
            <a:off x="5101805" y="5487988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24"/>
          <p:cNvSpPr/>
          <p:nvPr/>
        </p:nvSpPr>
        <p:spPr>
          <a:xfrm>
            <a:off x="10199819" y="5722601"/>
            <a:ext cx="1893991" cy="103854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1 строка">
  <p:cSld name="Разделительный 1 строка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idx="1" type="body"/>
          </p:nvPr>
        </p:nvSpPr>
        <p:spPr>
          <a:xfrm>
            <a:off x="321804" y="2317373"/>
            <a:ext cx="1428751" cy="352425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6000" spcFirstLastPara="1" rIns="36000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2" type="body"/>
          </p:nvPr>
        </p:nvSpPr>
        <p:spPr>
          <a:xfrm>
            <a:off x="321804" y="4087211"/>
            <a:ext cx="3469146" cy="215468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3" type="body"/>
          </p:nvPr>
        </p:nvSpPr>
        <p:spPr>
          <a:xfrm>
            <a:off x="321803" y="3093668"/>
            <a:ext cx="10920819" cy="472112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6000" spcFirstLastPara="1" rIns="36000" wrap="square" tIns="45700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None/>
              <a:defRPr b="0" i="0" sz="40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95" name="Google Shape;95;p25"/>
          <p:cNvCxnSpPr/>
          <p:nvPr/>
        </p:nvCxnSpPr>
        <p:spPr>
          <a:xfrm>
            <a:off x="335967" y="2961043"/>
            <a:ext cx="675871" cy="0"/>
          </a:xfrm>
          <a:prstGeom prst="straightConnector1">
            <a:avLst/>
          </a:prstGeom>
          <a:noFill/>
          <a:ln cap="flat" cmpd="sng" w="57150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25"/>
          <p:cNvCxnSpPr/>
          <p:nvPr/>
        </p:nvCxnSpPr>
        <p:spPr>
          <a:xfrm>
            <a:off x="335967" y="3698405"/>
            <a:ext cx="675871" cy="0"/>
          </a:xfrm>
          <a:prstGeom prst="straightConnector1">
            <a:avLst/>
          </a:prstGeom>
          <a:noFill/>
          <a:ln cap="flat" cmpd="sng" w="57150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нтакты">
  <p:cSld name="Контакты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321804" y="4087211"/>
            <a:ext cx="3469146" cy="215468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2" type="body"/>
          </p:nvPr>
        </p:nvSpPr>
        <p:spPr>
          <a:xfrm>
            <a:off x="321803" y="3093668"/>
            <a:ext cx="10920819" cy="472112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6000" spcFirstLastPara="1" rIns="36000" wrap="square" tIns="45700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None/>
              <a:defRPr b="0" i="0" sz="40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00" name="Google Shape;100;p26"/>
          <p:cNvCxnSpPr/>
          <p:nvPr/>
        </p:nvCxnSpPr>
        <p:spPr>
          <a:xfrm>
            <a:off x="335967" y="2961043"/>
            <a:ext cx="675871" cy="0"/>
          </a:xfrm>
          <a:prstGeom prst="straightConnector1">
            <a:avLst/>
          </a:prstGeom>
          <a:noFill/>
          <a:ln cap="flat" cmpd="sng" w="57150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6"/>
          <p:cNvCxnSpPr/>
          <p:nvPr/>
        </p:nvCxnSpPr>
        <p:spPr>
          <a:xfrm>
            <a:off x="335967" y="3698405"/>
            <a:ext cx="675871" cy="0"/>
          </a:xfrm>
          <a:prstGeom prst="straightConnector1">
            <a:avLst/>
          </a:prstGeom>
          <a:noFill/>
          <a:ln cap="flat" cmpd="sng" w="57150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26"/>
          <p:cNvSpPr txBox="1"/>
          <p:nvPr>
            <p:ph idx="3" type="body"/>
          </p:nvPr>
        </p:nvSpPr>
        <p:spPr>
          <a:xfrm>
            <a:off x="275714" y="4821334"/>
            <a:ext cx="5071470" cy="108000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6"/>
          <p:cNvSpPr txBox="1"/>
          <p:nvPr>
            <p:ph idx="4" type="body"/>
          </p:nvPr>
        </p:nvSpPr>
        <p:spPr>
          <a:xfrm>
            <a:off x="265666" y="5332353"/>
            <a:ext cx="5071470" cy="108000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6"/>
          <p:cNvSpPr txBox="1"/>
          <p:nvPr>
            <p:ph idx="5" type="body"/>
          </p:nvPr>
        </p:nvSpPr>
        <p:spPr>
          <a:xfrm>
            <a:off x="277394" y="5594871"/>
            <a:ext cx="5071470" cy="28441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6"/>
          <p:cNvSpPr txBox="1"/>
          <p:nvPr>
            <p:ph idx="6" type="body"/>
          </p:nvPr>
        </p:nvSpPr>
        <p:spPr>
          <a:xfrm>
            <a:off x="276801" y="5062724"/>
            <a:ext cx="4610427" cy="108000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за внимание">
  <p:cSld name="Спасибо за внимание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модуля">
  <p:cSld name="2 модуля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/>
          <p:nvPr/>
        </p:nvSpPr>
        <p:spPr>
          <a:xfrm>
            <a:off x="6166246" y="1776391"/>
            <a:ext cx="569079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8"/>
          <p:cNvSpPr/>
          <p:nvPr/>
        </p:nvSpPr>
        <p:spPr>
          <a:xfrm>
            <a:off x="6166246" y="1128391"/>
            <a:ext cx="569079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8"/>
          <p:cNvSpPr txBox="1"/>
          <p:nvPr>
            <p:ph idx="1" type="body"/>
          </p:nvPr>
        </p:nvSpPr>
        <p:spPr>
          <a:xfrm>
            <a:off x="6222796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8"/>
          <p:cNvSpPr txBox="1"/>
          <p:nvPr>
            <p:ph idx="2" type="body"/>
          </p:nvPr>
        </p:nvSpPr>
        <p:spPr>
          <a:xfrm>
            <a:off x="6222796" y="2137227"/>
            <a:ext cx="5434214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8"/>
          <p:cNvSpPr txBox="1"/>
          <p:nvPr>
            <p:ph idx="3" type="body"/>
          </p:nvPr>
        </p:nvSpPr>
        <p:spPr>
          <a:xfrm>
            <a:off x="6178222" y="1128713"/>
            <a:ext cx="5675404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8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4" name="Google Shape;114;p28"/>
          <p:cNvSpPr/>
          <p:nvPr/>
        </p:nvSpPr>
        <p:spPr>
          <a:xfrm>
            <a:off x="334963" y="1780914"/>
            <a:ext cx="569079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8"/>
          <p:cNvSpPr/>
          <p:nvPr/>
        </p:nvSpPr>
        <p:spPr>
          <a:xfrm>
            <a:off x="334963" y="1132915"/>
            <a:ext cx="569079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8"/>
          <p:cNvSpPr txBox="1"/>
          <p:nvPr>
            <p:ph idx="4" type="body"/>
          </p:nvPr>
        </p:nvSpPr>
        <p:spPr>
          <a:xfrm>
            <a:off x="391513" y="1850193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28"/>
          <p:cNvSpPr txBox="1"/>
          <p:nvPr>
            <p:ph idx="5" type="body"/>
          </p:nvPr>
        </p:nvSpPr>
        <p:spPr>
          <a:xfrm>
            <a:off x="391513" y="2141751"/>
            <a:ext cx="5434214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28"/>
          <p:cNvSpPr txBox="1"/>
          <p:nvPr>
            <p:ph idx="6" type="body"/>
          </p:nvPr>
        </p:nvSpPr>
        <p:spPr>
          <a:xfrm>
            <a:off x="346939" y="1133237"/>
            <a:ext cx="5675404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8"/>
          <p:cNvSpPr txBox="1"/>
          <p:nvPr>
            <p:ph idx="7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28"/>
          <p:cNvSpPr txBox="1"/>
          <p:nvPr>
            <p:ph idx="8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модуля">
  <p:cSld name="3 модуля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/>
          <p:nvPr/>
        </p:nvSpPr>
        <p:spPr>
          <a:xfrm>
            <a:off x="338374" y="1776391"/>
            <a:ext cx="374150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9"/>
          <p:cNvSpPr/>
          <p:nvPr/>
        </p:nvSpPr>
        <p:spPr>
          <a:xfrm>
            <a:off x="338374" y="1128391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9"/>
          <p:cNvSpPr txBox="1"/>
          <p:nvPr>
            <p:ph idx="1" type="body"/>
          </p:nvPr>
        </p:nvSpPr>
        <p:spPr>
          <a:xfrm>
            <a:off x="394923" y="1845669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9"/>
          <p:cNvSpPr txBox="1"/>
          <p:nvPr>
            <p:ph idx="2" type="body"/>
          </p:nvPr>
        </p:nvSpPr>
        <p:spPr>
          <a:xfrm>
            <a:off x="394923" y="2137226"/>
            <a:ext cx="3576606" cy="4059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9"/>
          <p:cNvSpPr txBox="1"/>
          <p:nvPr>
            <p:ph idx="3" type="body"/>
          </p:nvPr>
        </p:nvSpPr>
        <p:spPr>
          <a:xfrm>
            <a:off x="338138" y="1128391"/>
            <a:ext cx="3741557" cy="648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9"/>
          <p:cNvSpPr/>
          <p:nvPr/>
        </p:nvSpPr>
        <p:spPr>
          <a:xfrm>
            <a:off x="4222687" y="1776391"/>
            <a:ext cx="374150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9"/>
          <p:cNvSpPr/>
          <p:nvPr/>
        </p:nvSpPr>
        <p:spPr>
          <a:xfrm>
            <a:off x="4222687" y="1128391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9"/>
          <p:cNvSpPr txBox="1"/>
          <p:nvPr>
            <p:ph idx="4" type="body"/>
          </p:nvPr>
        </p:nvSpPr>
        <p:spPr>
          <a:xfrm>
            <a:off x="4279236" y="1845669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9"/>
          <p:cNvSpPr txBox="1"/>
          <p:nvPr>
            <p:ph idx="5" type="body"/>
          </p:nvPr>
        </p:nvSpPr>
        <p:spPr>
          <a:xfrm>
            <a:off x="4279236" y="2137227"/>
            <a:ext cx="3576606" cy="4059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29"/>
          <p:cNvSpPr txBox="1"/>
          <p:nvPr>
            <p:ph idx="6" type="body"/>
          </p:nvPr>
        </p:nvSpPr>
        <p:spPr>
          <a:xfrm>
            <a:off x="4222451" y="1128713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29"/>
          <p:cNvSpPr/>
          <p:nvPr/>
        </p:nvSpPr>
        <p:spPr>
          <a:xfrm>
            <a:off x="8113478" y="1776391"/>
            <a:ext cx="374150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9"/>
          <p:cNvSpPr/>
          <p:nvPr/>
        </p:nvSpPr>
        <p:spPr>
          <a:xfrm>
            <a:off x="8113478" y="1128391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9"/>
          <p:cNvSpPr txBox="1"/>
          <p:nvPr>
            <p:ph idx="7" type="body"/>
          </p:nvPr>
        </p:nvSpPr>
        <p:spPr>
          <a:xfrm>
            <a:off x="8170027" y="1845669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p29"/>
          <p:cNvSpPr txBox="1"/>
          <p:nvPr>
            <p:ph idx="8" type="body"/>
          </p:nvPr>
        </p:nvSpPr>
        <p:spPr>
          <a:xfrm>
            <a:off x="8170027" y="2137227"/>
            <a:ext cx="3576606" cy="4059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29"/>
          <p:cNvSpPr txBox="1"/>
          <p:nvPr>
            <p:ph idx="9" type="body"/>
          </p:nvPr>
        </p:nvSpPr>
        <p:spPr>
          <a:xfrm>
            <a:off x="8113242" y="1128713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29"/>
          <p:cNvSpPr txBox="1"/>
          <p:nvPr>
            <p:ph idx="13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9" name="Google Shape;139;p29"/>
          <p:cNvSpPr txBox="1"/>
          <p:nvPr>
            <p:ph idx="14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модуля">
  <p:cSld name="4 модуля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/>
          <p:nvPr/>
        </p:nvSpPr>
        <p:spPr>
          <a:xfrm>
            <a:off x="338374" y="1776391"/>
            <a:ext cx="276995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0"/>
          <p:cNvSpPr/>
          <p:nvPr/>
        </p:nvSpPr>
        <p:spPr>
          <a:xfrm>
            <a:off x="338374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0"/>
          <p:cNvSpPr txBox="1"/>
          <p:nvPr>
            <p:ph idx="1" type="body"/>
          </p:nvPr>
        </p:nvSpPr>
        <p:spPr>
          <a:xfrm>
            <a:off x="394923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30"/>
          <p:cNvSpPr txBox="1"/>
          <p:nvPr>
            <p:ph idx="2" type="body"/>
          </p:nvPr>
        </p:nvSpPr>
        <p:spPr>
          <a:xfrm>
            <a:off x="394923" y="2137227"/>
            <a:ext cx="2647874" cy="4059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30"/>
          <p:cNvSpPr txBox="1"/>
          <p:nvPr>
            <p:ph idx="3" type="body"/>
          </p:nvPr>
        </p:nvSpPr>
        <p:spPr>
          <a:xfrm>
            <a:off x="338139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30"/>
          <p:cNvSpPr/>
          <p:nvPr/>
        </p:nvSpPr>
        <p:spPr>
          <a:xfrm>
            <a:off x="3255662" y="1776391"/>
            <a:ext cx="276995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0"/>
          <p:cNvSpPr/>
          <p:nvPr/>
        </p:nvSpPr>
        <p:spPr>
          <a:xfrm>
            <a:off x="3255662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0"/>
          <p:cNvSpPr txBox="1"/>
          <p:nvPr>
            <p:ph idx="4" type="body"/>
          </p:nvPr>
        </p:nvSpPr>
        <p:spPr>
          <a:xfrm>
            <a:off x="3312211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30"/>
          <p:cNvSpPr txBox="1"/>
          <p:nvPr>
            <p:ph idx="5" type="body"/>
          </p:nvPr>
        </p:nvSpPr>
        <p:spPr>
          <a:xfrm>
            <a:off x="3312211" y="2137227"/>
            <a:ext cx="2647874" cy="4059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30"/>
          <p:cNvSpPr txBox="1"/>
          <p:nvPr>
            <p:ph idx="6" type="body"/>
          </p:nvPr>
        </p:nvSpPr>
        <p:spPr>
          <a:xfrm>
            <a:off x="3255427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30"/>
          <p:cNvSpPr/>
          <p:nvPr/>
        </p:nvSpPr>
        <p:spPr>
          <a:xfrm>
            <a:off x="6175294" y="1776391"/>
            <a:ext cx="276995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0"/>
          <p:cNvSpPr/>
          <p:nvPr/>
        </p:nvSpPr>
        <p:spPr>
          <a:xfrm>
            <a:off x="6175294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0"/>
          <p:cNvSpPr txBox="1"/>
          <p:nvPr>
            <p:ph idx="7" type="body"/>
          </p:nvPr>
        </p:nvSpPr>
        <p:spPr>
          <a:xfrm>
            <a:off x="6231843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30"/>
          <p:cNvSpPr txBox="1"/>
          <p:nvPr>
            <p:ph idx="8" type="body"/>
          </p:nvPr>
        </p:nvSpPr>
        <p:spPr>
          <a:xfrm>
            <a:off x="6231843" y="2137227"/>
            <a:ext cx="2647874" cy="4059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30"/>
          <p:cNvSpPr txBox="1"/>
          <p:nvPr>
            <p:ph idx="9" type="body"/>
          </p:nvPr>
        </p:nvSpPr>
        <p:spPr>
          <a:xfrm>
            <a:off x="6175059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30"/>
          <p:cNvSpPr/>
          <p:nvPr/>
        </p:nvSpPr>
        <p:spPr>
          <a:xfrm>
            <a:off x="9083675" y="1776391"/>
            <a:ext cx="276995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0"/>
          <p:cNvSpPr/>
          <p:nvPr/>
        </p:nvSpPr>
        <p:spPr>
          <a:xfrm>
            <a:off x="9083675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0"/>
          <p:cNvSpPr txBox="1"/>
          <p:nvPr>
            <p:ph idx="13" type="body"/>
          </p:nvPr>
        </p:nvSpPr>
        <p:spPr>
          <a:xfrm>
            <a:off x="9140224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14" type="body"/>
          </p:nvPr>
        </p:nvSpPr>
        <p:spPr>
          <a:xfrm>
            <a:off x="9140224" y="2137227"/>
            <a:ext cx="2647874" cy="4059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15" type="body"/>
          </p:nvPr>
        </p:nvSpPr>
        <p:spPr>
          <a:xfrm>
            <a:off x="9083440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16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30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3" name="Google Shape;163;p30"/>
          <p:cNvSpPr txBox="1"/>
          <p:nvPr>
            <p:ph idx="17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широких модуля">
  <p:cSld name="4 широких модуля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/>
          <p:nvPr/>
        </p:nvSpPr>
        <p:spPr>
          <a:xfrm>
            <a:off x="338374" y="1776391"/>
            <a:ext cx="5684752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1"/>
          <p:cNvSpPr/>
          <p:nvPr/>
        </p:nvSpPr>
        <p:spPr>
          <a:xfrm>
            <a:off x="338374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94923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31"/>
          <p:cNvSpPr txBox="1"/>
          <p:nvPr>
            <p:ph idx="2" type="body"/>
          </p:nvPr>
        </p:nvSpPr>
        <p:spPr>
          <a:xfrm>
            <a:off x="394923" y="2137228"/>
            <a:ext cx="543421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31"/>
          <p:cNvSpPr/>
          <p:nvPr/>
        </p:nvSpPr>
        <p:spPr>
          <a:xfrm>
            <a:off x="6170865" y="1776391"/>
            <a:ext cx="5684752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1"/>
          <p:cNvSpPr/>
          <p:nvPr/>
        </p:nvSpPr>
        <p:spPr>
          <a:xfrm>
            <a:off x="6170865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1"/>
          <p:cNvSpPr txBox="1"/>
          <p:nvPr>
            <p:ph idx="3" type="body"/>
          </p:nvPr>
        </p:nvSpPr>
        <p:spPr>
          <a:xfrm>
            <a:off x="6227414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31"/>
          <p:cNvSpPr txBox="1"/>
          <p:nvPr>
            <p:ph idx="4" type="body"/>
          </p:nvPr>
        </p:nvSpPr>
        <p:spPr>
          <a:xfrm>
            <a:off x="6227414" y="2137228"/>
            <a:ext cx="543421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p31"/>
          <p:cNvSpPr txBox="1"/>
          <p:nvPr>
            <p:ph idx="5" type="body"/>
          </p:nvPr>
        </p:nvSpPr>
        <p:spPr>
          <a:xfrm>
            <a:off x="338138" y="1128713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31"/>
          <p:cNvSpPr txBox="1"/>
          <p:nvPr>
            <p:ph idx="6" type="body"/>
          </p:nvPr>
        </p:nvSpPr>
        <p:spPr>
          <a:xfrm>
            <a:off x="6182839" y="1128713"/>
            <a:ext cx="567078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31"/>
          <p:cNvSpPr/>
          <p:nvPr/>
        </p:nvSpPr>
        <p:spPr>
          <a:xfrm>
            <a:off x="334963" y="4155010"/>
            <a:ext cx="5684752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1"/>
          <p:cNvSpPr/>
          <p:nvPr/>
        </p:nvSpPr>
        <p:spPr>
          <a:xfrm>
            <a:off x="334963" y="3507010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1"/>
          <p:cNvSpPr txBox="1"/>
          <p:nvPr>
            <p:ph idx="7" type="body"/>
          </p:nvPr>
        </p:nvSpPr>
        <p:spPr>
          <a:xfrm>
            <a:off x="391512" y="4224288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31"/>
          <p:cNvSpPr txBox="1"/>
          <p:nvPr>
            <p:ph idx="8" type="body"/>
          </p:nvPr>
        </p:nvSpPr>
        <p:spPr>
          <a:xfrm>
            <a:off x="391512" y="4515847"/>
            <a:ext cx="543421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6167454" y="4155010"/>
            <a:ext cx="5684752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1"/>
          <p:cNvSpPr/>
          <p:nvPr/>
        </p:nvSpPr>
        <p:spPr>
          <a:xfrm>
            <a:off x="6167454" y="3507010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1"/>
          <p:cNvSpPr txBox="1"/>
          <p:nvPr>
            <p:ph idx="9" type="body"/>
          </p:nvPr>
        </p:nvSpPr>
        <p:spPr>
          <a:xfrm>
            <a:off x="6224003" y="4224288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2" name="Google Shape;182;p31"/>
          <p:cNvSpPr txBox="1"/>
          <p:nvPr>
            <p:ph idx="13" type="body"/>
          </p:nvPr>
        </p:nvSpPr>
        <p:spPr>
          <a:xfrm>
            <a:off x="6224003" y="4515847"/>
            <a:ext cx="543421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3" name="Google Shape;183;p31"/>
          <p:cNvSpPr txBox="1"/>
          <p:nvPr>
            <p:ph idx="14" type="body"/>
          </p:nvPr>
        </p:nvSpPr>
        <p:spPr>
          <a:xfrm>
            <a:off x="334727" y="3507332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31"/>
          <p:cNvSpPr txBox="1"/>
          <p:nvPr>
            <p:ph idx="15" type="body"/>
          </p:nvPr>
        </p:nvSpPr>
        <p:spPr>
          <a:xfrm>
            <a:off x="6179428" y="3507332"/>
            <a:ext cx="567078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31"/>
          <p:cNvSpPr txBox="1"/>
          <p:nvPr>
            <p:ph idx="16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31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7" name="Google Shape;187;p31"/>
          <p:cNvSpPr txBox="1"/>
          <p:nvPr>
            <p:ph idx="17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модулей">
  <p:cSld name="6 модулей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/>
          <p:nvPr/>
        </p:nvSpPr>
        <p:spPr>
          <a:xfrm>
            <a:off x="338374" y="1776391"/>
            <a:ext cx="374150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2"/>
          <p:cNvSpPr/>
          <p:nvPr/>
        </p:nvSpPr>
        <p:spPr>
          <a:xfrm>
            <a:off x="338374" y="1128391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94923" y="1845669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2"/>
          <p:cNvSpPr txBox="1"/>
          <p:nvPr>
            <p:ph idx="2" type="body"/>
          </p:nvPr>
        </p:nvSpPr>
        <p:spPr>
          <a:xfrm>
            <a:off x="394923" y="2137228"/>
            <a:ext cx="3576606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32"/>
          <p:cNvSpPr txBox="1"/>
          <p:nvPr>
            <p:ph idx="3" type="body"/>
          </p:nvPr>
        </p:nvSpPr>
        <p:spPr>
          <a:xfrm>
            <a:off x="338138" y="1128713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4" name="Google Shape;194;p32"/>
          <p:cNvSpPr/>
          <p:nvPr/>
        </p:nvSpPr>
        <p:spPr>
          <a:xfrm>
            <a:off x="334963" y="4155010"/>
            <a:ext cx="374150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2"/>
          <p:cNvSpPr/>
          <p:nvPr/>
        </p:nvSpPr>
        <p:spPr>
          <a:xfrm>
            <a:off x="334963" y="3507010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2"/>
          <p:cNvSpPr txBox="1"/>
          <p:nvPr>
            <p:ph idx="4" type="body"/>
          </p:nvPr>
        </p:nvSpPr>
        <p:spPr>
          <a:xfrm>
            <a:off x="391512" y="4224288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32"/>
          <p:cNvSpPr txBox="1"/>
          <p:nvPr>
            <p:ph idx="5" type="body"/>
          </p:nvPr>
        </p:nvSpPr>
        <p:spPr>
          <a:xfrm>
            <a:off x="391512" y="4515847"/>
            <a:ext cx="3576606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32"/>
          <p:cNvSpPr txBox="1"/>
          <p:nvPr>
            <p:ph idx="6" type="body"/>
          </p:nvPr>
        </p:nvSpPr>
        <p:spPr>
          <a:xfrm>
            <a:off x="334727" y="3507332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32"/>
          <p:cNvSpPr/>
          <p:nvPr/>
        </p:nvSpPr>
        <p:spPr>
          <a:xfrm>
            <a:off x="4231644" y="1776391"/>
            <a:ext cx="374150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4231644" y="1128391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2"/>
          <p:cNvSpPr txBox="1"/>
          <p:nvPr>
            <p:ph idx="7" type="body"/>
          </p:nvPr>
        </p:nvSpPr>
        <p:spPr>
          <a:xfrm>
            <a:off x="4288193" y="1845669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32"/>
          <p:cNvSpPr txBox="1"/>
          <p:nvPr>
            <p:ph idx="8" type="body"/>
          </p:nvPr>
        </p:nvSpPr>
        <p:spPr>
          <a:xfrm>
            <a:off x="4288193" y="2137228"/>
            <a:ext cx="3576606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32"/>
          <p:cNvSpPr txBox="1"/>
          <p:nvPr>
            <p:ph idx="9" type="body"/>
          </p:nvPr>
        </p:nvSpPr>
        <p:spPr>
          <a:xfrm>
            <a:off x="4231408" y="1128713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32"/>
          <p:cNvSpPr/>
          <p:nvPr/>
        </p:nvSpPr>
        <p:spPr>
          <a:xfrm>
            <a:off x="4228233" y="4155010"/>
            <a:ext cx="374150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2"/>
          <p:cNvSpPr/>
          <p:nvPr/>
        </p:nvSpPr>
        <p:spPr>
          <a:xfrm>
            <a:off x="4228233" y="3507010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2"/>
          <p:cNvSpPr txBox="1"/>
          <p:nvPr>
            <p:ph idx="13" type="body"/>
          </p:nvPr>
        </p:nvSpPr>
        <p:spPr>
          <a:xfrm>
            <a:off x="4284782" y="4224288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7" name="Google Shape;207;p32"/>
          <p:cNvSpPr txBox="1"/>
          <p:nvPr>
            <p:ph idx="14" type="body"/>
          </p:nvPr>
        </p:nvSpPr>
        <p:spPr>
          <a:xfrm>
            <a:off x="4284782" y="4515847"/>
            <a:ext cx="3576606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p32"/>
          <p:cNvSpPr txBox="1"/>
          <p:nvPr>
            <p:ph idx="15" type="body"/>
          </p:nvPr>
        </p:nvSpPr>
        <p:spPr>
          <a:xfrm>
            <a:off x="4227997" y="3507332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9" name="Google Shape;209;p32"/>
          <p:cNvSpPr/>
          <p:nvPr/>
        </p:nvSpPr>
        <p:spPr>
          <a:xfrm>
            <a:off x="8113762" y="1776391"/>
            <a:ext cx="374150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2"/>
          <p:cNvSpPr/>
          <p:nvPr/>
        </p:nvSpPr>
        <p:spPr>
          <a:xfrm>
            <a:off x="8113762" y="1128391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2"/>
          <p:cNvSpPr txBox="1"/>
          <p:nvPr>
            <p:ph idx="16" type="body"/>
          </p:nvPr>
        </p:nvSpPr>
        <p:spPr>
          <a:xfrm>
            <a:off x="8170311" y="1845669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32"/>
          <p:cNvSpPr txBox="1"/>
          <p:nvPr>
            <p:ph idx="17" type="body"/>
          </p:nvPr>
        </p:nvSpPr>
        <p:spPr>
          <a:xfrm>
            <a:off x="8170311" y="2137228"/>
            <a:ext cx="3576606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18" type="body"/>
          </p:nvPr>
        </p:nvSpPr>
        <p:spPr>
          <a:xfrm>
            <a:off x="8113525" y="1128713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4" name="Google Shape;214;p32"/>
          <p:cNvSpPr/>
          <p:nvPr/>
        </p:nvSpPr>
        <p:spPr>
          <a:xfrm>
            <a:off x="8110351" y="4155010"/>
            <a:ext cx="374150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8110351" y="3507010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2"/>
          <p:cNvSpPr txBox="1"/>
          <p:nvPr>
            <p:ph idx="19" type="body"/>
          </p:nvPr>
        </p:nvSpPr>
        <p:spPr>
          <a:xfrm>
            <a:off x="8166899" y="4224288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" name="Google Shape;217;p32"/>
          <p:cNvSpPr txBox="1"/>
          <p:nvPr>
            <p:ph idx="20" type="body"/>
          </p:nvPr>
        </p:nvSpPr>
        <p:spPr>
          <a:xfrm>
            <a:off x="8166899" y="4515847"/>
            <a:ext cx="3576606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32"/>
          <p:cNvSpPr txBox="1"/>
          <p:nvPr>
            <p:ph idx="21" type="body"/>
          </p:nvPr>
        </p:nvSpPr>
        <p:spPr>
          <a:xfrm>
            <a:off x="8110115" y="3507332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22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1" name="Google Shape;221;p32"/>
          <p:cNvSpPr txBox="1"/>
          <p:nvPr>
            <p:ph idx="23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модулей">
  <p:cSld name="8 модулей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/>
          <p:nvPr/>
        </p:nvSpPr>
        <p:spPr>
          <a:xfrm>
            <a:off x="338374" y="1776391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3"/>
          <p:cNvSpPr/>
          <p:nvPr/>
        </p:nvSpPr>
        <p:spPr>
          <a:xfrm>
            <a:off x="338374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3"/>
          <p:cNvSpPr txBox="1"/>
          <p:nvPr>
            <p:ph idx="1" type="body"/>
          </p:nvPr>
        </p:nvSpPr>
        <p:spPr>
          <a:xfrm>
            <a:off x="394923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6" name="Google Shape;226;p33"/>
          <p:cNvSpPr txBox="1"/>
          <p:nvPr>
            <p:ph idx="2" type="body"/>
          </p:nvPr>
        </p:nvSpPr>
        <p:spPr>
          <a:xfrm>
            <a:off x="394923" y="2137228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33"/>
          <p:cNvSpPr txBox="1"/>
          <p:nvPr>
            <p:ph idx="3" type="body"/>
          </p:nvPr>
        </p:nvSpPr>
        <p:spPr>
          <a:xfrm>
            <a:off x="338139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33"/>
          <p:cNvSpPr/>
          <p:nvPr/>
        </p:nvSpPr>
        <p:spPr>
          <a:xfrm>
            <a:off x="334963" y="4155010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334963" y="3507010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3"/>
          <p:cNvSpPr txBox="1"/>
          <p:nvPr>
            <p:ph idx="4" type="body"/>
          </p:nvPr>
        </p:nvSpPr>
        <p:spPr>
          <a:xfrm>
            <a:off x="391512" y="4224288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5" type="body"/>
          </p:nvPr>
        </p:nvSpPr>
        <p:spPr>
          <a:xfrm>
            <a:off x="391512" y="4515847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6" type="body"/>
          </p:nvPr>
        </p:nvSpPr>
        <p:spPr>
          <a:xfrm>
            <a:off x="334728" y="3507332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33"/>
          <p:cNvSpPr/>
          <p:nvPr/>
        </p:nvSpPr>
        <p:spPr>
          <a:xfrm>
            <a:off x="3251200" y="1776391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3"/>
          <p:cNvSpPr/>
          <p:nvPr/>
        </p:nvSpPr>
        <p:spPr>
          <a:xfrm>
            <a:off x="3251200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3"/>
          <p:cNvSpPr txBox="1"/>
          <p:nvPr>
            <p:ph idx="7" type="body"/>
          </p:nvPr>
        </p:nvSpPr>
        <p:spPr>
          <a:xfrm>
            <a:off x="3307749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8" type="body"/>
          </p:nvPr>
        </p:nvSpPr>
        <p:spPr>
          <a:xfrm>
            <a:off x="3307749" y="2137228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33"/>
          <p:cNvSpPr txBox="1"/>
          <p:nvPr>
            <p:ph idx="9" type="body"/>
          </p:nvPr>
        </p:nvSpPr>
        <p:spPr>
          <a:xfrm>
            <a:off x="3250964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33"/>
          <p:cNvSpPr/>
          <p:nvPr/>
        </p:nvSpPr>
        <p:spPr>
          <a:xfrm>
            <a:off x="3247789" y="4155010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3"/>
          <p:cNvSpPr/>
          <p:nvPr/>
        </p:nvSpPr>
        <p:spPr>
          <a:xfrm>
            <a:off x="3247789" y="3507010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3"/>
          <p:cNvSpPr txBox="1"/>
          <p:nvPr>
            <p:ph idx="13" type="body"/>
          </p:nvPr>
        </p:nvSpPr>
        <p:spPr>
          <a:xfrm>
            <a:off x="3304338" y="4224288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1" name="Google Shape;241;p33"/>
          <p:cNvSpPr txBox="1"/>
          <p:nvPr>
            <p:ph idx="14" type="body"/>
          </p:nvPr>
        </p:nvSpPr>
        <p:spPr>
          <a:xfrm>
            <a:off x="3304338" y="4515847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2" name="Google Shape;242;p33"/>
          <p:cNvSpPr txBox="1"/>
          <p:nvPr>
            <p:ph idx="15" type="body"/>
          </p:nvPr>
        </p:nvSpPr>
        <p:spPr>
          <a:xfrm>
            <a:off x="3247554" y="3507332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33"/>
          <p:cNvSpPr/>
          <p:nvPr/>
        </p:nvSpPr>
        <p:spPr>
          <a:xfrm>
            <a:off x="6174497" y="1776391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3"/>
          <p:cNvSpPr/>
          <p:nvPr/>
        </p:nvSpPr>
        <p:spPr>
          <a:xfrm>
            <a:off x="6174497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3"/>
          <p:cNvSpPr txBox="1"/>
          <p:nvPr>
            <p:ph idx="16" type="body"/>
          </p:nvPr>
        </p:nvSpPr>
        <p:spPr>
          <a:xfrm>
            <a:off x="6231046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33"/>
          <p:cNvSpPr txBox="1"/>
          <p:nvPr>
            <p:ph idx="17" type="body"/>
          </p:nvPr>
        </p:nvSpPr>
        <p:spPr>
          <a:xfrm>
            <a:off x="6231046" y="2137228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7" name="Google Shape;247;p33"/>
          <p:cNvSpPr txBox="1"/>
          <p:nvPr>
            <p:ph idx="18" type="body"/>
          </p:nvPr>
        </p:nvSpPr>
        <p:spPr>
          <a:xfrm>
            <a:off x="6174262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8" name="Google Shape;248;p33"/>
          <p:cNvSpPr/>
          <p:nvPr/>
        </p:nvSpPr>
        <p:spPr>
          <a:xfrm>
            <a:off x="6171086" y="4155010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3"/>
          <p:cNvSpPr/>
          <p:nvPr/>
        </p:nvSpPr>
        <p:spPr>
          <a:xfrm>
            <a:off x="6171086" y="3507010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3"/>
          <p:cNvSpPr txBox="1"/>
          <p:nvPr>
            <p:ph idx="19" type="body"/>
          </p:nvPr>
        </p:nvSpPr>
        <p:spPr>
          <a:xfrm>
            <a:off x="6227635" y="4224288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20" type="body"/>
          </p:nvPr>
        </p:nvSpPr>
        <p:spPr>
          <a:xfrm>
            <a:off x="6227635" y="4515847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idx="21" type="body"/>
          </p:nvPr>
        </p:nvSpPr>
        <p:spPr>
          <a:xfrm>
            <a:off x="6170851" y="3507332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3" name="Google Shape;253;p33"/>
          <p:cNvSpPr/>
          <p:nvPr/>
        </p:nvSpPr>
        <p:spPr>
          <a:xfrm>
            <a:off x="9083869" y="1776391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9083869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3"/>
          <p:cNvSpPr txBox="1"/>
          <p:nvPr>
            <p:ph idx="22" type="body"/>
          </p:nvPr>
        </p:nvSpPr>
        <p:spPr>
          <a:xfrm>
            <a:off x="9140418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23" type="body"/>
          </p:nvPr>
        </p:nvSpPr>
        <p:spPr>
          <a:xfrm>
            <a:off x="9140418" y="2137228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7" name="Google Shape;257;p33"/>
          <p:cNvSpPr txBox="1"/>
          <p:nvPr>
            <p:ph idx="24" type="body"/>
          </p:nvPr>
        </p:nvSpPr>
        <p:spPr>
          <a:xfrm>
            <a:off x="9083634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8" name="Google Shape;258;p33"/>
          <p:cNvSpPr/>
          <p:nvPr/>
        </p:nvSpPr>
        <p:spPr>
          <a:xfrm>
            <a:off x="9080458" y="4155010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9080458" y="3507010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>
            <p:ph idx="25" type="body"/>
          </p:nvPr>
        </p:nvSpPr>
        <p:spPr>
          <a:xfrm>
            <a:off x="9137007" y="4224288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1" name="Google Shape;261;p33"/>
          <p:cNvSpPr txBox="1"/>
          <p:nvPr>
            <p:ph idx="26" type="body"/>
          </p:nvPr>
        </p:nvSpPr>
        <p:spPr>
          <a:xfrm>
            <a:off x="9137007" y="4515847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2" name="Google Shape;262;p33"/>
          <p:cNvSpPr txBox="1"/>
          <p:nvPr>
            <p:ph idx="27" type="body"/>
          </p:nvPr>
        </p:nvSpPr>
        <p:spPr>
          <a:xfrm>
            <a:off x="9080223" y="3507332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3" name="Google Shape;263;p33"/>
          <p:cNvSpPr txBox="1"/>
          <p:nvPr>
            <p:ph idx="28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5" name="Google Shape;265;p33"/>
          <p:cNvSpPr txBox="1"/>
          <p:nvPr>
            <p:ph idx="29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модуля и вывод">
  <p:cSld name="4 модуля и вывод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/>
          <p:nvPr/>
        </p:nvSpPr>
        <p:spPr>
          <a:xfrm>
            <a:off x="338374" y="1776391"/>
            <a:ext cx="5684752" cy="1268467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338374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4"/>
          <p:cNvSpPr txBox="1"/>
          <p:nvPr>
            <p:ph idx="1" type="body"/>
          </p:nvPr>
        </p:nvSpPr>
        <p:spPr>
          <a:xfrm>
            <a:off x="394923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0" name="Google Shape;270;p34"/>
          <p:cNvSpPr txBox="1"/>
          <p:nvPr>
            <p:ph idx="2" type="body"/>
          </p:nvPr>
        </p:nvSpPr>
        <p:spPr>
          <a:xfrm>
            <a:off x="394923" y="2137227"/>
            <a:ext cx="5434214" cy="785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34"/>
          <p:cNvSpPr/>
          <p:nvPr/>
        </p:nvSpPr>
        <p:spPr>
          <a:xfrm>
            <a:off x="6170865" y="1776391"/>
            <a:ext cx="5684752" cy="1268467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/>
          <p:nvPr/>
        </p:nvSpPr>
        <p:spPr>
          <a:xfrm>
            <a:off x="6170865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4"/>
          <p:cNvSpPr txBox="1"/>
          <p:nvPr>
            <p:ph idx="3" type="body"/>
          </p:nvPr>
        </p:nvSpPr>
        <p:spPr>
          <a:xfrm>
            <a:off x="6227414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4" name="Google Shape;274;p34"/>
          <p:cNvSpPr txBox="1"/>
          <p:nvPr>
            <p:ph idx="4" type="body"/>
          </p:nvPr>
        </p:nvSpPr>
        <p:spPr>
          <a:xfrm>
            <a:off x="6227414" y="2137227"/>
            <a:ext cx="5434214" cy="785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5" name="Google Shape;275;p34"/>
          <p:cNvSpPr txBox="1"/>
          <p:nvPr>
            <p:ph idx="5" type="body"/>
          </p:nvPr>
        </p:nvSpPr>
        <p:spPr>
          <a:xfrm>
            <a:off x="338138" y="1128713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6" name="Google Shape;276;p34"/>
          <p:cNvSpPr txBox="1"/>
          <p:nvPr>
            <p:ph idx="6" type="body"/>
          </p:nvPr>
        </p:nvSpPr>
        <p:spPr>
          <a:xfrm>
            <a:off x="6182839" y="1128713"/>
            <a:ext cx="567078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7" name="Google Shape;277;p34"/>
          <p:cNvSpPr/>
          <p:nvPr/>
        </p:nvSpPr>
        <p:spPr>
          <a:xfrm>
            <a:off x="338374" y="3840863"/>
            <a:ext cx="5684752" cy="1268467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338374" y="3192863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4"/>
          <p:cNvSpPr txBox="1"/>
          <p:nvPr>
            <p:ph idx="7" type="body"/>
          </p:nvPr>
        </p:nvSpPr>
        <p:spPr>
          <a:xfrm>
            <a:off x="394923" y="3910141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8" type="body"/>
          </p:nvPr>
        </p:nvSpPr>
        <p:spPr>
          <a:xfrm>
            <a:off x="394923" y="4201699"/>
            <a:ext cx="5434214" cy="785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1" name="Google Shape;281;p34"/>
          <p:cNvSpPr/>
          <p:nvPr/>
        </p:nvSpPr>
        <p:spPr>
          <a:xfrm>
            <a:off x="6170865" y="3840863"/>
            <a:ext cx="5684752" cy="1268467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4"/>
          <p:cNvSpPr/>
          <p:nvPr/>
        </p:nvSpPr>
        <p:spPr>
          <a:xfrm>
            <a:off x="6170865" y="3192863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4"/>
          <p:cNvSpPr txBox="1"/>
          <p:nvPr>
            <p:ph idx="9" type="body"/>
          </p:nvPr>
        </p:nvSpPr>
        <p:spPr>
          <a:xfrm>
            <a:off x="6227414" y="3910141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13" type="body"/>
          </p:nvPr>
        </p:nvSpPr>
        <p:spPr>
          <a:xfrm>
            <a:off x="6227414" y="4201699"/>
            <a:ext cx="5434214" cy="785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5" name="Google Shape;285;p34"/>
          <p:cNvSpPr txBox="1"/>
          <p:nvPr>
            <p:ph idx="14" type="body"/>
          </p:nvPr>
        </p:nvSpPr>
        <p:spPr>
          <a:xfrm>
            <a:off x="338138" y="3193185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6" name="Google Shape;286;p34"/>
          <p:cNvSpPr txBox="1"/>
          <p:nvPr>
            <p:ph idx="15" type="body"/>
          </p:nvPr>
        </p:nvSpPr>
        <p:spPr>
          <a:xfrm>
            <a:off x="6182839" y="3193185"/>
            <a:ext cx="567078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7" name="Google Shape;287;p34"/>
          <p:cNvSpPr/>
          <p:nvPr/>
        </p:nvSpPr>
        <p:spPr>
          <a:xfrm>
            <a:off x="339810" y="5248169"/>
            <a:ext cx="11517227" cy="952756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E65907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4"/>
          <p:cNvSpPr txBox="1"/>
          <p:nvPr>
            <p:ph idx="16" type="body"/>
          </p:nvPr>
        </p:nvSpPr>
        <p:spPr>
          <a:xfrm>
            <a:off x="334963" y="5248019"/>
            <a:ext cx="11522075" cy="952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9" name="Google Shape;289;p34"/>
          <p:cNvSpPr txBox="1"/>
          <p:nvPr>
            <p:ph idx="17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1" name="Google Shape;291;p34"/>
          <p:cNvSpPr txBox="1"/>
          <p:nvPr>
            <p:ph idx="18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дуль и контент">
  <p:cSld name="Модуль и контент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/>
          <p:nvPr/>
        </p:nvSpPr>
        <p:spPr>
          <a:xfrm>
            <a:off x="338374" y="1776391"/>
            <a:ext cx="5684752" cy="3957659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5"/>
          <p:cNvSpPr/>
          <p:nvPr/>
        </p:nvSpPr>
        <p:spPr>
          <a:xfrm>
            <a:off x="338374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94923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6" name="Google Shape;296;p35"/>
          <p:cNvSpPr txBox="1"/>
          <p:nvPr>
            <p:ph idx="2" type="body"/>
          </p:nvPr>
        </p:nvSpPr>
        <p:spPr>
          <a:xfrm>
            <a:off x="394923" y="2137227"/>
            <a:ext cx="5434214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7" name="Google Shape;297;p35"/>
          <p:cNvSpPr txBox="1"/>
          <p:nvPr>
            <p:ph idx="3" type="body"/>
          </p:nvPr>
        </p:nvSpPr>
        <p:spPr>
          <a:xfrm>
            <a:off x="338138" y="1128713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6167536" y="1128391"/>
            <a:ext cx="5629026" cy="4590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9" name="Google Shape;299;p35"/>
          <p:cNvSpPr txBox="1"/>
          <p:nvPr>
            <p:ph idx="5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0" name="Google Shape;300;p35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1" name="Google Shape;301;p35"/>
          <p:cNvSpPr txBox="1"/>
          <p:nvPr>
            <p:ph idx="6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дуль и 2 вертикальных контента">
  <p:cSld name="Модуль и 2 вертикальных контента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/>
        </p:nvSpPr>
        <p:spPr>
          <a:xfrm>
            <a:off x="338374" y="1776391"/>
            <a:ext cx="3741501" cy="3957659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6"/>
          <p:cNvSpPr/>
          <p:nvPr/>
        </p:nvSpPr>
        <p:spPr>
          <a:xfrm>
            <a:off x="338374" y="1128391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6"/>
          <p:cNvSpPr txBox="1"/>
          <p:nvPr>
            <p:ph idx="1" type="body"/>
          </p:nvPr>
        </p:nvSpPr>
        <p:spPr>
          <a:xfrm>
            <a:off x="394923" y="1845669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6" name="Google Shape;306;p36"/>
          <p:cNvSpPr txBox="1"/>
          <p:nvPr>
            <p:ph idx="2" type="body"/>
          </p:nvPr>
        </p:nvSpPr>
        <p:spPr>
          <a:xfrm>
            <a:off x="394923" y="2137227"/>
            <a:ext cx="3576606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7" name="Google Shape;307;p36"/>
          <p:cNvSpPr txBox="1"/>
          <p:nvPr>
            <p:ph idx="3" type="body"/>
          </p:nvPr>
        </p:nvSpPr>
        <p:spPr>
          <a:xfrm>
            <a:off x="338139" y="1128713"/>
            <a:ext cx="3736502" cy="647678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8" name="Google Shape;308;p36"/>
          <p:cNvSpPr txBox="1"/>
          <p:nvPr>
            <p:ph idx="4" type="body"/>
          </p:nvPr>
        </p:nvSpPr>
        <p:spPr>
          <a:xfrm>
            <a:off x="4229573" y="1128391"/>
            <a:ext cx="3736266" cy="4590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" name="Google Shape;309;p36"/>
          <p:cNvSpPr txBox="1"/>
          <p:nvPr>
            <p:ph idx="5" type="body"/>
          </p:nvPr>
        </p:nvSpPr>
        <p:spPr>
          <a:xfrm>
            <a:off x="8118154" y="1128391"/>
            <a:ext cx="3736266" cy="4590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0" name="Google Shape;310;p36"/>
          <p:cNvSpPr txBox="1"/>
          <p:nvPr>
            <p:ph idx="6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1" name="Google Shape;311;p36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2" name="Google Shape;312;p36"/>
          <p:cNvSpPr txBox="1"/>
          <p:nvPr>
            <p:ph idx="7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дуль и 2 горизонтальных контента">
  <p:cSld name="Модуль и 2 горизонтальных контента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/>
          <p:nvPr/>
        </p:nvSpPr>
        <p:spPr>
          <a:xfrm>
            <a:off x="338374" y="1776391"/>
            <a:ext cx="4713051" cy="3957659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7"/>
          <p:cNvSpPr/>
          <p:nvPr/>
        </p:nvSpPr>
        <p:spPr>
          <a:xfrm>
            <a:off x="338374" y="1128391"/>
            <a:ext cx="47130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7"/>
          <p:cNvSpPr txBox="1"/>
          <p:nvPr>
            <p:ph idx="1" type="body"/>
          </p:nvPr>
        </p:nvSpPr>
        <p:spPr>
          <a:xfrm>
            <a:off x="394923" y="1845669"/>
            <a:ext cx="4505338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7" name="Google Shape;317;p37"/>
          <p:cNvSpPr txBox="1"/>
          <p:nvPr>
            <p:ph idx="2" type="body"/>
          </p:nvPr>
        </p:nvSpPr>
        <p:spPr>
          <a:xfrm>
            <a:off x="394923" y="2137227"/>
            <a:ext cx="4505338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8" name="Google Shape;318;p37"/>
          <p:cNvSpPr txBox="1"/>
          <p:nvPr>
            <p:ph idx="3" type="body"/>
          </p:nvPr>
        </p:nvSpPr>
        <p:spPr>
          <a:xfrm>
            <a:off x="338139" y="1128713"/>
            <a:ext cx="4706754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9" name="Google Shape;319;p37"/>
          <p:cNvSpPr txBox="1"/>
          <p:nvPr>
            <p:ph idx="4" type="body"/>
          </p:nvPr>
        </p:nvSpPr>
        <p:spPr>
          <a:xfrm>
            <a:off x="5195888" y="1133852"/>
            <a:ext cx="6661150" cy="2223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0" name="Google Shape;320;p37"/>
          <p:cNvSpPr txBox="1"/>
          <p:nvPr>
            <p:ph idx="5" type="body"/>
          </p:nvPr>
        </p:nvSpPr>
        <p:spPr>
          <a:xfrm>
            <a:off x="5195888" y="3500437"/>
            <a:ext cx="6661150" cy="2233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1" name="Google Shape;321;p37"/>
          <p:cNvSpPr txBox="1"/>
          <p:nvPr>
            <p:ph idx="6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2" name="Google Shape;322;p37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23" name="Google Shape;323;p37"/>
          <p:cNvSpPr txBox="1"/>
          <p:nvPr>
            <p:ph idx="7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2 строки">
  <p:cSld name="Заголовок 2 строки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8"/>
          <p:cNvSpPr/>
          <p:nvPr/>
        </p:nvSpPr>
        <p:spPr>
          <a:xfrm>
            <a:off x="338374" y="1776391"/>
            <a:ext cx="5684752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8"/>
          <p:cNvSpPr/>
          <p:nvPr/>
        </p:nvSpPr>
        <p:spPr>
          <a:xfrm>
            <a:off x="338374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8"/>
          <p:cNvSpPr txBox="1"/>
          <p:nvPr>
            <p:ph idx="1" type="body"/>
          </p:nvPr>
        </p:nvSpPr>
        <p:spPr>
          <a:xfrm>
            <a:off x="394923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8" name="Google Shape;328;p38"/>
          <p:cNvSpPr txBox="1"/>
          <p:nvPr>
            <p:ph idx="2" type="body"/>
          </p:nvPr>
        </p:nvSpPr>
        <p:spPr>
          <a:xfrm>
            <a:off x="394923" y="2137227"/>
            <a:ext cx="5434214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9" name="Google Shape;329;p38"/>
          <p:cNvSpPr/>
          <p:nvPr/>
        </p:nvSpPr>
        <p:spPr>
          <a:xfrm>
            <a:off x="6166247" y="1776391"/>
            <a:ext cx="5684752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6166247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8"/>
          <p:cNvSpPr txBox="1"/>
          <p:nvPr>
            <p:ph idx="3" type="body"/>
          </p:nvPr>
        </p:nvSpPr>
        <p:spPr>
          <a:xfrm>
            <a:off x="6222796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2" name="Google Shape;332;p38"/>
          <p:cNvSpPr txBox="1"/>
          <p:nvPr>
            <p:ph idx="4" type="body"/>
          </p:nvPr>
        </p:nvSpPr>
        <p:spPr>
          <a:xfrm>
            <a:off x="6222796" y="2137227"/>
            <a:ext cx="5434214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3" name="Google Shape;333;p38"/>
          <p:cNvSpPr txBox="1"/>
          <p:nvPr>
            <p:ph idx="5" type="body"/>
          </p:nvPr>
        </p:nvSpPr>
        <p:spPr>
          <a:xfrm>
            <a:off x="6178221" y="1128713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4" name="Google Shape;334;p38"/>
          <p:cNvSpPr txBox="1"/>
          <p:nvPr>
            <p:ph idx="6" type="body"/>
          </p:nvPr>
        </p:nvSpPr>
        <p:spPr>
          <a:xfrm>
            <a:off x="338138" y="1128713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5" name="Google Shape;335;p38"/>
          <p:cNvSpPr txBox="1"/>
          <p:nvPr>
            <p:ph idx="7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6" name="Google Shape;336;p38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7" name="Google Shape;337;p38"/>
          <p:cNvSpPr txBox="1"/>
          <p:nvPr>
            <p:ph idx="8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3 строки">
  <p:cSld name="Заголовок 3 строки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/>
          <p:nvPr/>
        </p:nvSpPr>
        <p:spPr>
          <a:xfrm>
            <a:off x="338374" y="2100426"/>
            <a:ext cx="5684752" cy="4100349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9"/>
          <p:cNvSpPr/>
          <p:nvPr/>
        </p:nvSpPr>
        <p:spPr>
          <a:xfrm>
            <a:off x="338374" y="1452426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9"/>
          <p:cNvSpPr txBox="1"/>
          <p:nvPr>
            <p:ph idx="1" type="body"/>
          </p:nvPr>
        </p:nvSpPr>
        <p:spPr>
          <a:xfrm>
            <a:off x="394923" y="2169704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2" name="Google Shape;342;p39"/>
          <p:cNvSpPr txBox="1"/>
          <p:nvPr>
            <p:ph idx="2" type="body"/>
          </p:nvPr>
        </p:nvSpPr>
        <p:spPr>
          <a:xfrm>
            <a:off x="394923" y="2461261"/>
            <a:ext cx="5434214" cy="3600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3" name="Google Shape;343;p39"/>
          <p:cNvSpPr/>
          <p:nvPr/>
        </p:nvSpPr>
        <p:spPr>
          <a:xfrm>
            <a:off x="6166247" y="2100426"/>
            <a:ext cx="5684752" cy="4100349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9"/>
          <p:cNvSpPr/>
          <p:nvPr/>
        </p:nvSpPr>
        <p:spPr>
          <a:xfrm>
            <a:off x="6166247" y="1452426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9"/>
          <p:cNvSpPr txBox="1"/>
          <p:nvPr>
            <p:ph idx="3" type="body"/>
          </p:nvPr>
        </p:nvSpPr>
        <p:spPr>
          <a:xfrm>
            <a:off x="6222796" y="2169704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6" name="Google Shape;346;p39"/>
          <p:cNvSpPr txBox="1"/>
          <p:nvPr>
            <p:ph idx="4" type="body"/>
          </p:nvPr>
        </p:nvSpPr>
        <p:spPr>
          <a:xfrm>
            <a:off x="6222796" y="2461261"/>
            <a:ext cx="5434214" cy="3600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7" name="Google Shape;347;p39"/>
          <p:cNvSpPr txBox="1"/>
          <p:nvPr>
            <p:ph idx="5" type="body"/>
          </p:nvPr>
        </p:nvSpPr>
        <p:spPr>
          <a:xfrm>
            <a:off x="6178221" y="1452748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8" name="Google Shape;348;p39"/>
          <p:cNvSpPr txBox="1"/>
          <p:nvPr>
            <p:ph idx="6" type="body"/>
          </p:nvPr>
        </p:nvSpPr>
        <p:spPr>
          <a:xfrm>
            <a:off x="338138" y="1459905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9" name="Google Shape;349;p39"/>
          <p:cNvSpPr txBox="1"/>
          <p:nvPr>
            <p:ph idx="7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0" name="Google Shape;350;p39"/>
          <p:cNvSpPr txBox="1"/>
          <p:nvPr>
            <p:ph type="title"/>
          </p:nvPr>
        </p:nvSpPr>
        <p:spPr>
          <a:xfrm>
            <a:off x="241420" y="286257"/>
            <a:ext cx="8699380" cy="1151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1" name="Google Shape;351;p39"/>
          <p:cNvSpPr txBox="1"/>
          <p:nvPr>
            <p:ph idx="8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+дескриптор">
  <p:cSld name="Заголовок+дескриптор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0"/>
          <p:cNvSpPr/>
          <p:nvPr/>
        </p:nvSpPr>
        <p:spPr>
          <a:xfrm>
            <a:off x="338374" y="1776391"/>
            <a:ext cx="5684752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0"/>
          <p:cNvSpPr/>
          <p:nvPr/>
        </p:nvSpPr>
        <p:spPr>
          <a:xfrm>
            <a:off x="338374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0"/>
          <p:cNvSpPr txBox="1"/>
          <p:nvPr>
            <p:ph idx="1" type="body"/>
          </p:nvPr>
        </p:nvSpPr>
        <p:spPr>
          <a:xfrm>
            <a:off x="394923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6" name="Google Shape;356;p40"/>
          <p:cNvSpPr txBox="1"/>
          <p:nvPr>
            <p:ph idx="2" type="body"/>
          </p:nvPr>
        </p:nvSpPr>
        <p:spPr>
          <a:xfrm>
            <a:off x="394923" y="2137227"/>
            <a:ext cx="5434214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7" name="Google Shape;357;p40"/>
          <p:cNvSpPr/>
          <p:nvPr/>
        </p:nvSpPr>
        <p:spPr>
          <a:xfrm>
            <a:off x="6166247" y="1776391"/>
            <a:ext cx="5684752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0"/>
          <p:cNvSpPr/>
          <p:nvPr/>
        </p:nvSpPr>
        <p:spPr>
          <a:xfrm>
            <a:off x="6166247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0"/>
          <p:cNvSpPr txBox="1"/>
          <p:nvPr>
            <p:ph idx="3" type="body"/>
          </p:nvPr>
        </p:nvSpPr>
        <p:spPr>
          <a:xfrm>
            <a:off x="6222796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0" name="Google Shape;360;p40"/>
          <p:cNvSpPr txBox="1"/>
          <p:nvPr>
            <p:ph idx="4" type="body"/>
          </p:nvPr>
        </p:nvSpPr>
        <p:spPr>
          <a:xfrm>
            <a:off x="6222796" y="2137227"/>
            <a:ext cx="5434214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1" name="Google Shape;361;p40"/>
          <p:cNvSpPr txBox="1"/>
          <p:nvPr>
            <p:ph idx="5" type="body"/>
          </p:nvPr>
        </p:nvSpPr>
        <p:spPr>
          <a:xfrm>
            <a:off x="6178221" y="1128713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2" name="Google Shape;362;p40"/>
          <p:cNvSpPr txBox="1"/>
          <p:nvPr>
            <p:ph idx="6" type="body"/>
          </p:nvPr>
        </p:nvSpPr>
        <p:spPr>
          <a:xfrm>
            <a:off x="340854" y="726981"/>
            <a:ext cx="85999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3" name="Google Shape;363;p40"/>
          <p:cNvSpPr txBox="1"/>
          <p:nvPr>
            <p:ph idx="7" type="body"/>
          </p:nvPr>
        </p:nvSpPr>
        <p:spPr>
          <a:xfrm>
            <a:off x="338138" y="1128713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4" name="Google Shape;364;p40"/>
          <p:cNvSpPr txBox="1"/>
          <p:nvPr>
            <p:ph idx="8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5" name="Google Shape;365;p40"/>
          <p:cNvSpPr txBox="1"/>
          <p:nvPr>
            <p:ph type="title"/>
          </p:nvPr>
        </p:nvSpPr>
        <p:spPr>
          <a:xfrm>
            <a:off x="241420" y="286257"/>
            <a:ext cx="8699380" cy="371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66" name="Google Shape;366;p40"/>
          <p:cNvSpPr txBox="1"/>
          <p:nvPr>
            <p:ph idx="9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+надзаголовок">
  <p:cSld name="Заголовок+надзаголовок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1"/>
          <p:cNvSpPr/>
          <p:nvPr/>
        </p:nvSpPr>
        <p:spPr>
          <a:xfrm>
            <a:off x="338374" y="2100426"/>
            <a:ext cx="5684752" cy="4100349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338374" y="1452426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1"/>
          <p:cNvSpPr txBox="1"/>
          <p:nvPr>
            <p:ph idx="1" type="body"/>
          </p:nvPr>
        </p:nvSpPr>
        <p:spPr>
          <a:xfrm>
            <a:off x="394922" y="2169704"/>
            <a:ext cx="5577335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1" name="Google Shape;371;p41"/>
          <p:cNvSpPr txBox="1"/>
          <p:nvPr>
            <p:ph idx="2" type="body"/>
          </p:nvPr>
        </p:nvSpPr>
        <p:spPr>
          <a:xfrm>
            <a:off x="394922" y="2461261"/>
            <a:ext cx="5577335" cy="3600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2" name="Google Shape;372;p41"/>
          <p:cNvSpPr/>
          <p:nvPr/>
        </p:nvSpPr>
        <p:spPr>
          <a:xfrm>
            <a:off x="6166247" y="2100426"/>
            <a:ext cx="5684752" cy="4100349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1"/>
          <p:cNvSpPr/>
          <p:nvPr/>
        </p:nvSpPr>
        <p:spPr>
          <a:xfrm>
            <a:off x="6166247" y="1452426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1"/>
          <p:cNvSpPr txBox="1"/>
          <p:nvPr>
            <p:ph idx="3" type="body"/>
          </p:nvPr>
        </p:nvSpPr>
        <p:spPr>
          <a:xfrm>
            <a:off x="6222796" y="2169704"/>
            <a:ext cx="5574282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5" name="Google Shape;375;p41"/>
          <p:cNvSpPr txBox="1"/>
          <p:nvPr>
            <p:ph idx="4" type="body"/>
          </p:nvPr>
        </p:nvSpPr>
        <p:spPr>
          <a:xfrm>
            <a:off x="6222796" y="2461261"/>
            <a:ext cx="5574282" cy="3600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6" name="Google Shape;376;p41"/>
          <p:cNvSpPr txBox="1"/>
          <p:nvPr>
            <p:ph idx="5" type="body"/>
          </p:nvPr>
        </p:nvSpPr>
        <p:spPr>
          <a:xfrm>
            <a:off x="6178221" y="1452748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7" name="Google Shape;377;p41"/>
          <p:cNvSpPr txBox="1"/>
          <p:nvPr>
            <p:ph type="title"/>
          </p:nvPr>
        </p:nvSpPr>
        <p:spPr>
          <a:xfrm>
            <a:off x="241420" y="647786"/>
            <a:ext cx="8699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8" name="Google Shape;378;p41"/>
          <p:cNvSpPr txBox="1"/>
          <p:nvPr>
            <p:ph idx="6" type="body"/>
          </p:nvPr>
        </p:nvSpPr>
        <p:spPr>
          <a:xfrm>
            <a:off x="340854" y="1088510"/>
            <a:ext cx="85999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9" name="Google Shape;379;p41"/>
          <p:cNvSpPr txBox="1"/>
          <p:nvPr>
            <p:ph idx="7" type="body"/>
          </p:nvPr>
        </p:nvSpPr>
        <p:spPr>
          <a:xfrm>
            <a:off x="245254" y="277595"/>
            <a:ext cx="8695545" cy="306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  <a:defRPr b="0" i="0" sz="14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0" name="Google Shape;380;p41"/>
          <p:cNvSpPr txBox="1"/>
          <p:nvPr>
            <p:ph idx="8" type="body"/>
          </p:nvPr>
        </p:nvSpPr>
        <p:spPr>
          <a:xfrm>
            <a:off x="338138" y="1459905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1" name="Google Shape;381;p41"/>
          <p:cNvSpPr txBox="1"/>
          <p:nvPr>
            <p:ph idx="9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2" name="Google Shape;382;p41"/>
          <p:cNvSpPr txBox="1"/>
          <p:nvPr>
            <p:ph idx="13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2"/>
          <p:cNvSpPr txBox="1"/>
          <p:nvPr>
            <p:ph type="title"/>
          </p:nvPr>
        </p:nvSpPr>
        <p:spPr>
          <a:xfrm>
            <a:off x="404292" y="231503"/>
            <a:ext cx="11577186" cy="17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>
            <a:lvl1pPr lvl="0" marR="0" rtl="0" algn="l">
              <a:lnSpc>
                <a:spcPct val="68292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50"/>
              <a:buFont typeface="Arial Narrow"/>
              <a:buNone/>
              <a:defRPr b="1" i="0" sz="2050" u="none" cap="none" strike="noStrike">
                <a:solidFill>
                  <a:schemeClr val="accent4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5" name="Google Shape;385;p42"/>
          <p:cNvSpPr txBox="1"/>
          <p:nvPr>
            <p:ph idx="1" type="body"/>
          </p:nvPr>
        </p:nvSpPr>
        <p:spPr>
          <a:xfrm>
            <a:off x="10344472" y="322037"/>
            <a:ext cx="1553667" cy="195918"/>
          </a:xfrm>
          <a:prstGeom prst="rect">
            <a:avLst/>
          </a:prstGeom>
          <a:noFill/>
          <a:ln cap="flat" cmpd="sng" w="9525">
            <a:solidFill>
              <a:srgbClr val="197E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/>
          <p:nvPr>
            <p:ph type="title"/>
          </p:nvPr>
        </p:nvSpPr>
        <p:spPr>
          <a:xfrm>
            <a:off x="404292" y="231503"/>
            <a:ext cx="11577186" cy="17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>
            <a:lvl1pPr lvl="0" marR="0" rtl="0" algn="l">
              <a:lnSpc>
                <a:spcPct val="68292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50"/>
              <a:buFont typeface="Arial Narrow"/>
              <a:buNone/>
              <a:defRPr b="1" i="0" sz="2050" u="none" cap="none" strike="noStrike">
                <a:solidFill>
                  <a:schemeClr val="accent4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4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0" name="Google Shape;390;p44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5"/>
          <p:cNvSpPr txBox="1"/>
          <p:nvPr>
            <p:ph type="title"/>
          </p:nvPr>
        </p:nvSpPr>
        <p:spPr>
          <a:xfrm>
            <a:off x="241420" y="284532"/>
            <a:ext cx="8699380" cy="415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3" name="Google Shape;393;p45"/>
          <p:cNvSpPr txBox="1"/>
          <p:nvPr>
            <p:ph idx="1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/>
        </p:nvSpPr>
        <p:spPr>
          <a:xfrm>
            <a:off x="10697393" y="6448910"/>
            <a:ext cx="1159645" cy="15143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ГАЗПРОМ НЕФТЬ   </a:t>
            </a:r>
            <a:fld id="{00000000-1234-1234-1234-123412341234}" type="slidenum">
              <a:rPr b="0" i="0" lang="ru-RU" sz="9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8A8A8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73ffa0c65_0_85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400" name="Google Shape;400;g3f73ffa0c65_0_85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f73ffa0c65_0_85"/>
          <p:cNvSpPr txBox="1"/>
          <p:nvPr/>
        </p:nvSpPr>
        <p:spPr>
          <a:xfrm>
            <a:off x="692950" y="2955794"/>
            <a:ext cx="11011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ru-RU" sz="3200">
                <a:solidFill>
                  <a:schemeClr val="lt1"/>
                </a:solidFill>
              </a:rPr>
              <a:t>СМАРТ-ПЛАТФОРМА ПРОСТОР 2.0</a:t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402" name="Google Shape;402;g3f73ffa0c65_0_85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f73ffa0c65_0_85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f73ffa0c65_0_85"/>
          <p:cNvSpPr txBox="1"/>
          <p:nvPr/>
        </p:nvSpPr>
        <p:spPr>
          <a:xfrm>
            <a:off x="457200" y="5029025"/>
            <a:ext cx="2152500" cy="1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ВЫПОЛНИЛИ</a:t>
            </a:r>
            <a:r>
              <a:rPr b="0" i="0" lang="ru-RU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ru-RU">
                <a:solidFill>
                  <a:srgbClr val="FFFFFF"/>
                </a:solidFill>
              </a:rPr>
              <a:t>А</a:t>
            </a:r>
            <a:r>
              <a:rPr b="0" i="0" lang="ru-RU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ru-RU">
                <a:solidFill>
                  <a:srgbClr val="FFFFFF"/>
                </a:solidFill>
              </a:rPr>
              <a:t>Д</a:t>
            </a:r>
            <a:r>
              <a:rPr b="0" i="0" lang="ru-RU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>
                <a:solidFill>
                  <a:srgbClr val="FFFFFF"/>
                </a:solidFill>
              </a:rPr>
              <a:t>ГАРИФУЛЛИНА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ru-RU">
                <a:solidFill>
                  <a:srgbClr val="FFFFFF"/>
                </a:solidFill>
              </a:rPr>
              <a:t>Е.В. САВИН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ru-RU">
                <a:solidFill>
                  <a:srgbClr val="FFFFFF"/>
                </a:solidFill>
              </a:rPr>
              <a:t>Т.Г .ШУМИЛОВА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ru-RU">
                <a:solidFill>
                  <a:srgbClr val="FFFFFF"/>
                </a:solidFill>
              </a:rPr>
              <a:t>Д.И. АБДРАХМАНОВ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70bedc70bcb8d47_4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411" name="Google Shape;411;g370bedc70bcb8d47_4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70bedc70bcb8d47_4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Дерево требований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413" name="Google Shape;413;g370bedc70bcb8d47_4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70bedc70bcb8d47_4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761e156dd_0_0"/>
          <p:cNvSpPr txBox="1"/>
          <p:nvPr>
            <p:ph idx="1" type="body"/>
          </p:nvPr>
        </p:nvSpPr>
        <p:spPr>
          <a:xfrm>
            <a:off x="240777" y="6400222"/>
            <a:ext cx="5724600" cy="20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f761e156dd_0_0"/>
          <p:cNvSpPr txBox="1"/>
          <p:nvPr/>
        </p:nvSpPr>
        <p:spPr>
          <a:xfrm>
            <a:off x="240774" y="126025"/>
            <a:ext cx="730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8A8A8A"/>
                </a:solidFill>
              </a:rPr>
              <a:t>ДЕРЕВО ТРЕБОВАНИЙ</a:t>
            </a:r>
            <a:endParaRPr b="1" sz="2400">
              <a:solidFill>
                <a:srgbClr val="8A8A8A"/>
              </a:solidFill>
            </a:endParaRPr>
          </a:p>
        </p:txBody>
      </p:sp>
      <p:pic>
        <p:nvPicPr>
          <p:cNvPr id="422" name="Google Shape;422;g3f761e156d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449725"/>
            <a:ext cx="11983813" cy="64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f761e156dd_0_0"/>
          <p:cNvSpPr txBox="1"/>
          <p:nvPr>
            <p:ph idx="12" type="sldNum"/>
          </p:nvPr>
        </p:nvSpPr>
        <p:spPr>
          <a:xfrm>
            <a:off x="8724421" y="6307809"/>
            <a:ext cx="32220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70bedc70bcb8d47_13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430" name="Google Shape;430;g370bedc70bcb8d47_13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70bedc70bcb8d47_13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BPMN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432" name="Google Shape;432;g370bedc70bcb8d47_13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70bedc70bcb8d47_13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761e156dd_0_10"/>
          <p:cNvSpPr txBox="1"/>
          <p:nvPr>
            <p:ph idx="1" type="body"/>
          </p:nvPr>
        </p:nvSpPr>
        <p:spPr>
          <a:xfrm>
            <a:off x="240777" y="6400222"/>
            <a:ext cx="5724600" cy="20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f761e156dd_0_10"/>
          <p:cNvSpPr txBox="1"/>
          <p:nvPr>
            <p:ph idx="2" type="body"/>
          </p:nvPr>
        </p:nvSpPr>
        <p:spPr>
          <a:xfrm>
            <a:off x="9083675" y="283135"/>
            <a:ext cx="2862900" cy="69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f761e156dd_0_10"/>
          <p:cNvSpPr txBox="1"/>
          <p:nvPr/>
        </p:nvSpPr>
        <p:spPr>
          <a:xfrm>
            <a:off x="240774" y="126025"/>
            <a:ext cx="730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8A8A8A"/>
                </a:solidFill>
              </a:rPr>
              <a:t>BPMN</a:t>
            </a:r>
            <a:endParaRPr b="1" sz="2400">
              <a:solidFill>
                <a:srgbClr val="8A8A8A"/>
              </a:solidFill>
            </a:endParaRPr>
          </a:p>
        </p:txBody>
      </p:sp>
      <p:pic>
        <p:nvPicPr>
          <p:cNvPr id="442" name="Google Shape;442;g3f761e156dd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3335"/>
            <a:ext cx="11887201" cy="3636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70bedc70bcb8d47_31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449" name="Google Shape;449;g370bedc70bcb8d47_31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70bedc70bcb8d47_31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МОДЕЛЬ ДАННЫХ (КМД)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451" name="Google Shape;451;g370bedc70bcb8d47_31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70bedc70bcb8d47_31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761e156dd_0_19"/>
          <p:cNvSpPr txBox="1"/>
          <p:nvPr/>
        </p:nvSpPr>
        <p:spPr>
          <a:xfrm>
            <a:off x="240774" y="126025"/>
            <a:ext cx="730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8A8A8A"/>
                </a:solidFill>
              </a:rPr>
              <a:t>МОДЕЛЬ ДАННЫХ (КМД)</a:t>
            </a:r>
            <a:endParaRPr b="1" sz="2400">
              <a:solidFill>
                <a:srgbClr val="8A8A8A"/>
              </a:solidFill>
            </a:endParaRPr>
          </a:p>
        </p:txBody>
      </p:sp>
      <p:pic>
        <p:nvPicPr>
          <p:cNvPr id="459" name="Google Shape;459;g3f761e156dd_0_19" title="кмд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450" y="963550"/>
            <a:ext cx="8953100" cy="493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70bedc70bcb8d47_22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466" name="Google Shape;466;g370bedc70bcb8d47_22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70bedc70bcb8d47_22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USE CASE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468" name="Google Shape;468;g370bedc70bcb8d47_22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70bedc70bcb8d47_22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761e156dd_0_27"/>
          <p:cNvSpPr txBox="1"/>
          <p:nvPr/>
        </p:nvSpPr>
        <p:spPr>
          <a:xfrm>
            <a:off x="240774" y="126025"/>
            <a:ext cx="730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8A8A8A"/>
                </a:solidFill>
              </a:rPr>
              <a:t>USE CASE. ФОРМИРОВАНИЕ ТЗ</a:t>
            </a:r>
            <a:endParaRPr b="1" sz="2400">
              <a:solidFill>
                <a:srgbClr val="8A8A8A"/>
              </a:solidFill>
            </a:endParaRPr>
          </a:p>
        </p:txBody>
      </p:sp>
      <p:pic>
        <p:nvPicPr>
          <p:cNvPr id="476" name="Google Shape;476;g3f761e156dd_0_27" title="юзкейс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913" y="595100"/>
            <a:ext cx="9986776" cy="586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764502030_1_0"/>
          <p:cNvSpPr txBox="1"/>
          <p:nvPr/>
        </p:nvSpPr>
        <p:spPr>
          <a:xfrm>
            <a:off x="240774" y="126025"/>
            <a:ext cx="730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8A8A8A"/>
                </a:solidFill>
              </a:rPr>
              <a:t>UC1 Просмотр списка созданных ТЗ</a:t>
            </a:r>
            <a:endParaRPr b="1" sz="2400">
              <a:solidFill>
                <a:srgbClr val="8A8A8A"/>
              </a:solidFill>
            </a:endParaRPr>
          </a:p>
        </p:txBody>
      </p:sp>
      <p:sp>
        <p:nvSpPr>
          <p:cNvPr id="483" name="Google Shape;483;g3f764502030_1_0"/>
          <p:cNvSpPr txBox="1"/>
          <p:nvPr/>
        </p:nvSpPr>
        <p:spPr>
          <a:xfrm>
            <a:off x="258750" y="924050"/>
            <a:ext cx="11674500" cy="51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50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К</a:t>
            </a:r>
            <a:r>
              <a:rPr b="1"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раткое описание:</a:t>
            </a:r>
            <a:r>
              <a:rPr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Пользователь просматривает перечень ранее сформированных технических заданий, открывает предпросмотр выбранного документа, при необходимости обращается к истории версий или скачивает файл.</a:t>
            </a:r>
            <a:endParaRPr>
              <a:solidFill>
                <a:schemeClr val="dk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Участники: </a:t>
            </a:r>
            <a:r>
              <a:rPr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Пользователь</a:t>
            </a:r>
            <a:endParaRPr>
              <a:solidFill>
                <a:schemeClr val="dk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Триггер:</a:t>
            </a:r>
            <a:r>
              <a:rPr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Пользователь перешёл в раздел «Мои заявки»</a:t>
            </a:r>
            <a:endParaRPr>
              <a:solidFill>
                <a:schemeClr val="dk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Предусловия: </a:t>
            </a:r>
            <a:r>
              <a:rPr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Пользователь авторизован на платформе. В системе сформировано хотя бы одно ТЗ</a:t>
            </a:r>
            <a:endParaRPr>
              <a:solidFill>
                <a:schemeClr val="dk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Критерий успешности:</a:t>
            </a:r>
            <a:r>
              <a:rPr lang="ru-RU">
                <a:solidFill>
                  <a:schemeClr val="dk2"/>
                </a:solidFill>
                <a:highlight>
                  <a:schemeClr val="lt1"/>
                </a:highlight>
              </a:rPr>
              <a:t> </a:t>
            </a:r>
            <a:r>
              <a:rPr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Отобразился список созданных ТЗ в порядке от новых к старым. По каждому ТЗ отображены услуга, дата создания, тип шаблона, объект работ, процент готовности и количество выявленных рисков. При выборе записи отобразился постраничный предпросмотр документа</a:t>
            </a:r>
            <a:endParaRPr>
              <a:solidFill>
                <a:schemeClr val="dk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Постусловия:</a:t>
            </a:r>
            <a:r>
              <a:rPr lang="ru-RU">
                <a:solidFill>
                  <a:schemeClr val="dk2"/>
                </a:solidFill>
                <a:highlight>
                  <a:schemeClr val="lt1"/>
                </a:highlight>
              </a:rPr>
              <a:t> </a:t>
            </a:r>
            <a:r>
              <a:rPr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Состав и содержимое ранее созданных ТЗ не изменены. Выбранное ТЗ доступно для скачивания, редактирования и просмотра истории версий</a:t>
            </a:r>
            <a:endParaRPr>
              <a:solidFill>
                <a:schemeClr val="dk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Результат</a:t>
            </a:r>
            <a:r>
              <a:rPr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solidFill>
                <a:schemeClr val="dk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AutoNum type="arabicPeriod"/>
            </a:pPr>
            <a:r>
              <a:rPr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Пользователю отображён список созданных ТЗ и предпросмотр выбранного документа</a:t>
            </a:r>
            <a:endParaRPr>
              <a:solidFill>
                <a:schemeClr val="dk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AutoNum type="arabicPeriod"/>
            </a:pPr>
            <a:r>
              <a:rPr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Пользователю выведено сообщение об отсутствии созданных ТЗ</a:t>
            </a:r>
            <a:endParaRPr>
              <a:solidFill>
                <a:schemeClr val="dk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AutoNum type="arabicPeriod"/>
            </a:pPr>
            <a:r>
              <a:rPr lang="ru-RU">
                <a:solidFill>
                  <a:schemeClr val="dk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Пользователю выведено сообщение о недоступности сервиса технических заданий</a:t>
            </a:r>
            <a:endParaRPr>
              <a:solidFill>
                <a:schemeClr val="dk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3e9b54e2d_0_26"/>
          <p:cNvSpPr txBox="1"/>
          <p:nvPr>
            <p:ph type="title"/>
          </p:nvPr>
        </p:nvSpPr>
        <p:spPr>
          <a:xfrm>
            <a:off x="241420" y="286257"/>
            <a:ext cx="8699400" cy="69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f3e9b54e2d_0_26"/>
          <p:cNvSpPr txBox="1"/>
          <p:nvPr>
            <p:ph idx="1" type="body"/>
          </p:nvPr>
        </p:nvSpPr>
        <p:spPr>
          <a:xfrm>
            <a:off x="240777" y="6400222"/>
            <a:ext cx="5724600" cy="20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f3e9b54e2d_0_26"/>
          <p:cNvSpPr txBox="1"/>
          <p:nvPr>
            <p:ph idx="2" type="body"/>
          </p:nvPr>
        </p:nvSpPr>
        <p:spPr>
          <a:xfrm>
            <a:off x="9083675" y="283135"/>
            <a:ext cx="2862900" cy="69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f3e9b54e2d_0_26"/>
          <p:cNvSpPr txBox="1"/>
          <p:nvPr/>
        </p:nvSpPr>
        <p:spPr>
          <a:xfrm>
            <a:off x="0" y="0"/>
            <a:ext cx="12044100" cy="6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ru-RU" sz="1600">
                <a:solidFill>
                  <a:schemeClr val="dk2"/>
                </a:solidFill>
              </a:rPr>
              <a:t>Основной сценарий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ru-RU" sz="1600">
                <a:solidFill>
                  <a:schemeClr val="dk2"/>
                </a:solidFill>
              </a:rPr>
              <a:t>Пользователь выбирает раздел «Мои заявки».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ru-RU" sz="1600">
                <a:solidFill>
                  <a:schemeClr val="dk2"/>
                </a:solidFill>
              </a:rPr>
              <a:t>Система запрашивает перечень сформированных ТЗ.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ru-RU" sz="1600">
                <a:solidFill>
                  <a:schemeClr val="dk2"/>
                </a:solidFill>
              </a:rPr>
              <a:t>Система отображает список записей, отсортированных по дате создания от новых к старым.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ru-RU" sz="1600">
                <a:solidFill>
                  <a:schemeClr val="dk2"/>
                </a:solidFill>
              </a:rPr>
              <a:t>Система отображает по каждой записи: наименование шаблона, наименование услуги, дата и время создания, процент готовности ТЗ, количество выявленных рисков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ru-RU" sz="1600">
                <a:solidFill>
                  <a:schemeClr val="dk2"/>
                </a:solidFill>
              </a:rPr>
              <a:t>Пользователь выбирает запись из списка созданных ТЗ.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ru-RU" sz="1600">
                <a:solidFill>
                  <a:schemeClr val="dk2"/>
                </a:solidFill>
              </a:rPr>
              <a:t>Система открывает пункт «Открыть в конструкторе», отображает постраничный предпросмотр документа в интерфейсе платформы.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ru-RU" sz="1600">
                <a:solidFill>
                  <a:schemeClr val="dk2"/>
                </a:solidFill>
              </a:rPr>
              <a:t>Система отображает панель действий с документом: «Скачать .docx», «Открыть в конструкторе», «История версий».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ru-RU" sz="1600">
                <a:solidFill>
                  <a:schemeClr val="dk2"/>
                </a:solidFill>
              </a:rPr>
              <a:t>Альтернативный поток A1: Просмотр истории версий ранее созданного ТЗ - </a:t>
            </a:r>
            <a:r>
              <a:rPr lang="ru-RU" sz="1600">
                <a:solidFill>
                  <a:schemeClr val="dk2"/>
                </a:solidFill>
              </a:rPr>
              <a:t>Выполняется на шаге 6 основного сценария.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2"/>
                </a:solidFill>
              </a:rPr>
              <a:t>A1.1. Пользователь выбирает пункт «История версий».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2"/>
                </a:solidFill>
              </a:rPr>
              <a:t>A1.2. Система запрашивает перечень версий выбранного ТЗ.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2"/>
                </a:solidFill>
              </a:rPr>
              <a:t>A1.3. Система отображает список версий.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2"/>
                </a:solidFill>
              </a:rPr>
              <a:t>A1.4. Пользователь выбирает версию из списка.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2"/>
                </a:solidFill>
              </a:rPr>
              <a:t>A1.5. Система отображает предпросмотр выбранной версии документа.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ru-RU" sz="1600">
                <a:solidFill>
                  <a:schemeClr val="dk2"/>
                </a:solidFill>
              </a:rPr>
              <a:t>Альтернативный поток A2: Скачивание файла в формате .docx - </a:t>
            </a:r>
            <a:r>
              <a:rPr lang="ru-RU" sz="1600">
                <a:solidFill>
                  <a:schemeClr val="dk2"/>
                </a:solidFill>
              </a:rPr>
              <a:t>Выполняется на шаге 6 основного сценария.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2"/>
                </a:solidFill>
              </a:rPr>
              <a:t>A2.1. Пользователь выбирает действие «Скачать .docx» для документа или для конкретной версии.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2"/>
                </a:solidFill>
              </a:rPr>
              <a:t>A2.2. Система формирует файл документа.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2"/>
                </a:solidFill>
              </a:rPr>
              <a:t>A2.3. Система передаёт файл в браузер пользователя для сохранения.</a:t>
            </a:r>
            <a:endParaRPr b="1" sz="1900">
              <a:solidFill>
                <a:schemeClr val="dk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70bedc70bcb8d47_44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70bedc70bcb8d47_44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ФУНКЦИОНАЛЬНЫЕ ОСОБЕННОСТИ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500" name="Google Shape;500;g370bedc70bcb8d47_44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70bedc70bcb8d47_44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70bedc70bcb8d47_53"/>
          <p:cNvSpPr txBox="1"/>
          <p:nvPr/>
        </p:nvSpPr>
        <p:spPr>
          <a:xfrm>
            <a:off x="543999" y="552725"/>
            <a:ext cx="730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8A8A8A"/>
                </a:solidFill>
              </a:rPr>
              <a:t>ФУНКЦИОНАЛЬНЫЕ ОСОБЕННОСТИ</a:t>
            </a:r>
            <a:endParaRPr b="1" sz="2400">
              <a:solidFill>
                <a:srgbClr val="8A8A8A"/>
              </a:solidFill>
            </a:endParaRPr>
          </a:p>
        </p:txBody>
      </p:sp>
      <p:sp>
        <p:nvSpPr>
          <p:cNvPr id="508" name="Google Shape;508;g370bedc70bcb8d47_53"/>
          <p:cNvSpPr/>
          <p:nvPr/>
        </p:nvSpPr>
        <p:spPr>
          <a:xfrm>
            <a:off x="421250" y="1387871"/>
            <a:ext cx="5575800" cy="19005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ru-RU" sz="1600"/>
              <a:t>Адаптивная верстка для мобильных устройств.</a:t>
            </a:r>
            <a:r>
              <a:rPr lang="ru-RU" sz="1600"/>
              <a:t> Система адаптируется под любое устройство — заказчик может работать с ТЗ с рабочего места, из дома или на выезде, без потери функциональности.</a:t>
            </a:r>
            <a:endParaRPr sz="16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70bedc70bcb8d47_53"/>
          <p:cNvSpPr/>
          <p:nvPr/>
        </p:nvSpPr>
        <p:spPr>
          <a:xfrm>
            <a:off x="544000" y="1660375"/>
            <a:ext cx="288000" cy="288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10" name="Google Shape;510;g370bedc70bcb8d47_53"/>
          <p:cNvSpPr/>
          <p:nvPr/>
        </p:nvSpPr>
        <p:spPr>
          <a:xfrm>
            <a:off x="421250" y="3569626"/>
            <a:ext cx="5575800" cy="19005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ru-RU" sz="1600"/>
              <a:t>Умные подсказки на основе истории.</a:t>
            </a:r>
            <a:r>
              <a:rPr lang="ru-RU" sz="1600"/>
              <a:t> Система анализирует ранее заполненные заявки одного типа и предлагает пользователю готовые варианты заполнения полей — не вводить заново, а выбрать из проверенных решений.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70bedc70bcb8d47_53"/>
          <p:cNvSpPr/>
          <p:nvPr/>
        </p:nvSpPr>
        <p:spPr>
          <a:xfrm>
            <a:off x="543999" y="3864075"/>
            <a:ext cx="288000" cy="288000"/>
          </a:xfrm>
          <a:prstGeom prst="ellipse">
            <a:avLst/>
          </a:prstGeom>
          <a:solidFill>
            <a:srgbClr val="0045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12" name="Google Shape;512;g370bedc70bcb8d47_53"/>
          <p:cNvSpPr/>
          <p:nvPr/>
        </p:nvSpPr>
        <p:spPr>
          <a:xfrm>
            <a:off x="6194950" y="1387889"/>
            <a:ext cx="5575800" cy="19005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Кнопка «Проверить черновик» запускает </a:t>
            </a:r>
            <a:r>
              <a:rPr b="1" lang="ru-RU" sz="1600"/>
              <a:t>интеллектуальный анализ заявки.</a:t>
            </a:r>
            <a:r>
              <a:rPr lang="ru-RU" sz="1600"/>
              <a:t> ИИ-агент проверяет заполнение всех критических полей, выявляет логические несоответствия и риски, после чего формирует список рекомендаций с подсветкой проблемных зон.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70bedc70bcb8d47_53"/>
          <p:cNvSpPr/>
          <p:nvPr/>
        </p:nvSpPr>
        <p:spPr>
          <a:xfrm>
            <a:off x="6289264" y="1660342"/>
            <a:ext cx="288000" cy="288000"/>
          </a:xfrm>
          <a:prstGeom prst="ellipse">
            <a:avLst/>
          </a:prstGeom>
          <a:solidFill>
            <a:srgbClr val="0045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514" name="Google Shape;514;g370bedc70bcb8d47_53"/>
          <p:cNvSpPr/>
          <p:nvPr/>
        </p:nvSpPr>
        <p:spPr>
          <a:xfrm>
            <a:off x="6194950" y="3569609"/>
            <a:ext cx="5575800" cy="19005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ru-RU" sz="1600"/>
              <a:t>ИИ-агент анализирует диалог</a:t>
            </a:r>
            <a:r>
              <a:rPr lang="ru-RU" sz="1600"/>
              <a:t> с пользователем в режиме реального времени, распознает и  извлекает ключевые сущности. После завершения общения данные автоматически структурируются и переносятся в форму конструктора, формируя черновик ТЗ без ручного ввода.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70bedc70bcb8d47_53"/>
          <p:cNvSpPr/>
          <p:nvPr/>
        </p:nvSpPr>
        <p:spPr>
          <a:xfrm>
            <a:off x="6289264" y="3864067"/>
            <a:ext cx="288000" cy="288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FFFFFF"/>
                </a:solidFill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3ea1c8ab7_6_0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f3ea1c8ab7_6_0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АРХИТЕКТУРНАЯ МОДЕЛЬ</a:t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523" name="Google Shape;523;g3f3ea1c8ab7_6_0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f3ea1c8ab7_6_0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f3ea1c8ab7_6_8"/>
          <p:cNvSpPr txBox="1"/>
          <p:nvPr/>
        </p:nvSpPr>
        <p:spPr>
          <a:xfrm>
            <a:off x="240774" y="126025"/>
            <a:ext cx="730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ru-RU" sz="2400">
                <a:solidFill>
                  <a:srgbClr val="797979"/>
                </a:solidFill>
              </a:rPr>
              <a:t>АРХИТЕКТУРНАЯ МОДЕЛЬ</a:t>
            </a:r>
            <a:endParaRPr b="1" sz="3200">
              <a:solidFill>
                <a:srgbClr val="797979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797979"/>
              </a:solidFill>
            </a:endParaRPr>
          </a:p>
        </p:txBody>
      </p:sp>
      <p:pic>
        <p:nvPicPr>
          <p:cNvPr id="531" name="Google Shape;531;g3f3ea1c8ab7_6_8" title="АРхитектура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1700" y="703200"/>
            <a:ext cx="7308600" cy="5451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70bedc70bcb8d47_61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70bedc70bcb8d47_61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ДЕМО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539" name="Google Shape;539;g370bedc70bcb8d47_61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70bedc70bcb8d47_61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1" name="Google Shape;541;g370bedc70bcb8d47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6711" y="3706243"/>
            <a:ext cx="5695286" cy="3197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3ea1c8ab7_8_0"/>
          <p:cNvSpPr txBox="1"/>
          <p:nvPr>
            <p:ph idx="12" type="sldNum"/>
          </p:nvPr>
        </p:nvSpPr>
        <p:spPr>
          <a:xfrm>
            <a:off x="8724571" y="6130984"/>
            <a:ext cx="32220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pic>
        <p:nvPicPr>
          <p:cNvPr id="548" name="Google Shape;548;g3f3ea1c8ab7_8_0" title="2KkMlRmaEUnvYqpScc1bee4rcMQ6neEfqvwYN0jyulUU2usEaEfsbCfKBiNoE0sJpN5j3gAVJjpRefgex7fHuZs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275" y="-470518"/>
            <a:ext cx="6819154" cy="511436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3f3ea1c8ab7_8_0"/>
          <p:cNvSpPr txBox="1"/>
          <p:nvPr/>
        </p:nvSpPr>
        <p:spPr>
          <a:xfrm>
            <a:off x="88399" y="1585238"/>
            <a:ext cx="5650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3200"/>
              <a:buFont typeface="Arial"/>
              <a:buNone/>
            </a:pPr>
            <a:r>
              <a:rPr b="1" lang="ru-RU" sz="3200">
                <a:solidFill>
                  <a:srgbClr val="7E7E7E"/>
                </a:solidFill>
              </a:rPr>
              <a:t>СПАСИБО ЗА ВНИМАНИЕ!</a:t>
            </a:r>
            <a:endParaRPr b="1" sz="2800">
              <a:solidFill>
                <a:srgbClr val="9C9E9F"/>
              </a:solidFill>
            </a:endParaRPr>
          </a:p>
        </p:txBody>
      </p:sp>
      <p:sp>
        <p:nvSpPr>
          <p:cNvPr id="550" name="Google Shape;550;g3f3ea1c8ab7_8_0"/>
          <p:cNvSpPr/>
          <p:nvPr/>
        </p:nvSpPr>
        <p:spPr>
          <a:xfrm>
            <a:off x="10788400" y="6471525"/>
            <a:ext cx="1158300" cy="27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g3f3ea1c8ab7_8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43075" y="3307325"/>
            <a:ext cx="3550675" cy="35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70bedc70bcb8d47_40"/>
          <p:cNvSpPr txBox="1"/>
          <p:nvPr/>
        </p:nvSpPr>
        <p:spPr>
          <a:xfrm>
            <a:off x="6541199" y="3230700"/>
            <a:ext cx="5650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3200"/>
              <a:buFont typeface="Arial"/>
              <a:buNone/>
            </a:pPr>
            <a:r>
              <a:rPr b="1" lang="ru-RU" sz="3200">
                <a:solidFill>
                  <a:srgbClr val="7E7E7E"/>
                </a:solidFill>
              </a:rPr>
              <a:t>СПАСИБО ЗА ВНИМАНИЕ!</a:t>
            </a:r>
            <a:endParaRPr b="1" sz="2800">
              <a:solidFill>
                <a:srgbClr val="9C9E9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gpn_report">
  <a:themeElements>
    <a:clrScheme name="Другая 40">
      <a:dk1>
        <a:srgbClr val="3C3C3C"/>
      </a:dk1>
      <a:lt1>
        <a:srgbClr val="FFFFFF"/>
      </a:lt1>
      <a:dk2>
        <a:srgbClr val="000000"/>
      </a:dk2>
      <a:lt2>
        <a:srgbClr val="F2F2F2"/>
      </a:lt2>
      <a:accent1>
        <a:srgbClr val="004596"/>
      </a:accent1>
      <a:accent2>
        <a:srgbClr val="2FB3E9"/>
      </a:accent2>
      <a:accent3>
        <a:srgbClr val="0097D8"/>
      </a:accent3>
      <a:accent4>
        <a:srgbClr val="0070BA"/>
      </a:accent4>
      <a:accent5>
        <a:srgbClr val="E75807"/>
      </a:accent5>
      <a:accent6>
        <a:srgbClr val="23D1CF"/>
      </a:accent6>
      <a:hlink>
        <a:srgbClr val="004596"/>
      </a:hlink>
      <a:folHlink>
        <a:srgbClr val="70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2022-11-17T18:59:49Z</dcterms:created>
</cp:coreProperties>
</file>